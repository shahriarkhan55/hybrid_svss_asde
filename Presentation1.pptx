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00B430-C434-49C5-880A-74EC2878C272}" v="44" dt="2026-08-21T09:27:51.252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B K.M SHAHRIAR ALAM" userId="cb92b437-61af-4681-a72a-625e33bfc357" providerId="ADAL" clId="{FD585106-175F-46C4-A373-692172758B21}"/>
    <pc:docChg chg="undo redo custSel addSld modSld">
      <pc:chgData name="ADIB K.M SHAHRIAR ALAM" userId="cb92b437-61af-4681-a72a-625e33bfc357" providerId="ADAL" clId="{FD585106-175F-46C4-A373-692172758B21}" dt="2026-08-21T09:29:52.007" v="1755" actId="2711"/>
      <pc:docMkLst>
        <pc:docMk/>
      </pc:docMkLst>
      <pc:sldChg chg="addSp delSp modSp mod">
        <pc:chgData name="ADIB K.M SHAHRIAR ALAM" userId="cb92b437-61af-4681-a72a-625e33bfc357" providerId="ADAL" clId="{FD585106-175F-46C4-A373-692172758B21}" dt="2026-08-19T14:12:51.209" v="1215" actId="2711"/>
        <pc:sldMkLst>
          <pc:docMk/>
          <pc:sldMk cId="3559993501" sldId="257"/>
        </pc:sldMkLst>
        <pc:spChg chg="add mod">
          <ac:chgData name="ADIB K.M SHAHRIAR ALAM" userId="cb92b437-61af-4681-a72a-625e33bfc357" providerId="ADAL" clId="{FD585106-175F-46C4-A373-692172758B21}" dt="2026-08-19T14:12:51.209" v="1215" actId="2711"/>
          <ac:spMkLst>
            <pc:docMk/>
            <pc:sldMk cId="3559993501" sldId="257"/>
            <ac:spMk id="2" creationId="{169A8D89-E287-92F7-F18F-7986E8DA1170}"/>
          </ac:spMkLst>
        </pc:spChg>
        <pc:spChg chg="add mod">
          <ac:chgData name="ADIB K.M SHAHRIAR ALAM" userId="cb92b437-61af-4681-a72a-625e33bfc357" providerId="ADAL" clId="{FD585106-175F-46C4-A373-692172758B21}" dt="2026-08-19T14:12:19.824" v="1214" actId="1076"/>
          <ac:spMkLst>
            <pc:docMk/>
            <pc:sldMk cId="3559993501" sldId="257"/>
            <ac:spMk id="3" creationId="{049CD9F5-C872-5900-5B42-23BD8301A3C1}"/>
          </ac:spMkLst>
        </pc:spChg>
        <pc:spChg chg="mod">
          <ac:chgData name="ADIB K.M SHAHRIAR ALAM" userId="cb92b437-61af-4681-a72a-625e33bfc357" providerId="ADAL" clId="{FD585106-175F-46C4-A373-692172758B21}" dt="2026-08-19T14:12:51.209" v="1215" actId="2711"/>
          <ac:spMkLst>
            <pc:docMk/>
            <pc:sldMk cId="3559993501" sldId="257"/>
            <ac:spMk id="5" creationId="{AFC28485-8F28-1574-E705-449ED282175B}"/>
          </ac:spMkLst>
        </pc:spChg>
        <pc:spChg chg="mod">
          <ac:chgData name="ADIB K.M SHAHRIAR ALAM" userId="cb92b437-61af-4681-a72a-625e33bfc357" providerId="ADAL" clId="{FD585106-175F-46C4-A373-692172758B21}" dt="2026-08-19T14:08:20.637" v="1181" actId="207"/>
          <ac:spMkLst>
            <pc:docMk/>
            <pc:sldMk cId="3559993501" sldId="257"/>
            <ac:spMk id="6" creationId="{4261875B-1D3F-A417-3E28-06C8CB190743}"/>
          </ac:spMkLst>
        </pc:spChg>
        <pc:spChg chg="mod">
          <ac:chgData name="ADIB K.M SHAHRIAR ALAM" userId="cb92b437-61af-4681-a72a-625e33bfc357" providerId="ADAL" clId="{FD585106-175F-46C4-A373-692172758B21}" dt="2026-08-19T14:08:25.632" v="1182" actId="207"/>
          <ac:spMkLst>
            <pc:docMk/>
            <pc:sldMk cId="3559993501" sldId="257"/>
            <ac:spMk id="7" creationId="{1B456C29-A1BE-769F-54E1-53F057738683}"/>
          </ac:spMkLst>
        </pc:spChg>
        <pc:spChg chg="mod">
          <ac:chgData name="ADIB K.M SHAHRIAR ALAM" userId="cb92b437-61af-4681-a72a-625e33bfc357" providerId="ADAL" clId="{FD585106-175F-46C4-A373-692172758B21}" dt="2026-08-19T14:12:51.209" v="1215" actId="2711"/>
          <ac:spMkLst>
            <pc:docMk/>
            <pc:sldMk cId="3559993501" sldId="257"/>
            <ac:spMk id="8" creationId="{60FDE1E7-C10C-598F-BB1C-7D9ED66DBF3A}"/>
          </ac:spMkLst>
        </pc:spChg>
        <pc:spChg chg="mod">
          <ac:chgData name="ADIB K.M SHAHRIAR ALAM" userId="cb92b437-61af-4681-a72a-625e33bfc357" providerId="ADAL" clId="{FD585106-175F-46C4-A373-692172758B21}" dt="2026-08-19T14:09:38.592" v="1192" actId="207"/>
          <ac:spMkLst>
            <pc:docMk/>
            <pc:sldMk cId="3559993501" sldId="257"/>
            <ac:spMk id="9" creationId="{AA8654A2-B34C-5342-1B3C-652DE26EFD06}"/>
          </ac:spMkLst>
        </pc:spChg>
        <pc:spChg chg="mod">
          <ac:chgData name="ADIB K.M SHAHRIAR ALAM" userId="cb92b437-61af-4681-a72a-625e33bfc357" providerId="ADAL" clId="{FD585106-175F-46C4-A373-692172758B21}" dt="2026-08-19T14:09:22.975" v="1189" actId="207"/>
          <ac:spMkLst>
            <pc:docMk/>
            <pc:sldMk cId="3559993501" sldId="257"/>
            <ac:spMk id="10" creationId="{8F259C18-038B-87AD-D4D7-0F9100380A8E}"/>
          </ac:spMkLst>
        </pc:spChg>
        <pc:spChg chg="mod">
          <ac:chgData name="ADIB K.M SHAHRIAR ALAM" userId="cb92b437-61af-4681-a72a-625e33bfc357" providerId="ADAL" clId="{FD585106-175F-46C4-A373-692172758B21}" dt="2026-08-19T14:08:30.141" v="1183" actId="207"/>
          <ac:spMkLst>
            <pc:docMk/>
            <pc:sldMk cId="3559993501" sldId="257"/>
            <ac:spMk id="11" creationId="{602AF367-7C2D-C9D5-F1B5-6F158F4EAD09}"/>
          </ac:spMkLst>
        </pc:spChg>
        <pc:spChg chg="mod">
          <ac:chgData name="ADIB K.M SHAHRIAR ALAM" userId="cb92b437-61af-4681-a72a-625e33bfc357" providerId="ADAL" clId="{FD585106-175F-46C4-A373-692172758B21}" dt="2026-08-19T14:08:33.839" v="1184" actId="207"/>
          <ac:spMkLst>
            <pc:docMk/>
            <pc:sldMk cId="3559993501" sldId="257"/>
            <ac:spMk id="12" creationId="{7A12F39A-F0A8-DEDA-9887-A8774E238C74}"/>
          </ac:spMkLst>
        </pc:spChg>
        <pc:spChg chg="mod">
          <ac:chgData name="ADIB K.M SHAHRIAR ALAM" userId="cb92b437-61af-4681-a72a-625e33bfc357" providerId="ADAL" clId="{FD585106-175F-46C4-A373-692172758B21}" dt="2026-08-19T14:08:37.973" v="1185" actId="207"/>
          <ac:spMkLst>
            <pc:docMk/>
            <pc:sldMk cId="3559993501" sldId="257"/>
            <ac:spMk id="13" creationId="{2E655FAB-E0D9-7779-18FC-E04CF9DEB75D}"/>
          </ac:spMkLst>
        </pc:spChg>
        <pc:spChg chg="mod">
          <ac:chgData name="ADIB K.M SHAHRIAR ALAM" userId="cb92b437-61af-4681-a72a-625e33bfc357" providerId="ADAL" clId="{FD585106-175F-46C4-A373-692172758B21}" dt="2026-08-19T14:09:27.329" v="1190" actId="207"/>
          <ac:spMkLst>
            <pc:docMk/>
            <pc:sldMk cId="3559993501" sldId="257"/>
            <ac:spMk id="14" creationId="{52E1F08E-DEF5-AC2A-20EB-11BD4D9D7CA3}"/>
          </ac:spMkLst>
        </pc:spChg>
        <pc:spChg chg="mod">
          <ac:chgData name="ADIB K.M SHAHRIAR ALAM" userId="cb92b437-61af-4681-a72a-625e33bfc357" providerId="ADAL" clId="{FD585106-175F-46C4-A373-692172758B21}" dt="2026-08-19T14:08:42.460" v="1186" actId="207"/>
          <ac:spMkLst>
            <pc:docMk/>
            <pc:sldMk cId="3559993501" sldId="257"/>
            <ac:spMk id="15" creationId="{B17F72A9-FA7A-8F7D-24DF-1CD6A518FA43}"/>
          </ac:spMkLst>
        </pc:spChg>
        <pc:spChg chg="mod">
          <ac:chgData name="ADIB K.M SHAHRIAR ALAM" userId="cb92b437-61af-4681-a72a-625e33bfc357" providerId="ADAL" clId="{FD585106-175F-46C4-A373-692172758B21}" dt="2026-08-19T14:08:47.923" v="1187" actId="207"/>
          <ac:spMkLst>
            <pc:docMk/>
            <pc:sldMk cId="3559993501" sldId="257"/>
            <ac:spMk id="16" creationId="{8C482A92-0ACD-EC4C-C3EB-AC50435DCCF0}"/>
          </ac:spMkLst>
        </pc:spChg>
        <pc:spChg chg="mod">
          <ac:chgData name="ADIB K.M SHAHRIAR ALAM" userId="cb92b437-61af-4681-a72a-625e33bfc357" providerId="ADAL" clId="{FD585106-175F-46C4-A373-692172758B21}" dt="2026-08-19T14:12:51.209" v="1215" actId="2711"/>
          <ac:spMkLst>
            <pc:docMk/>
            <pc:sldMk cId="3559993501" sldId="257"/>
            <ac:spMk id="17" creationId="{CC8645E0-AC36-914F-F083-8C1CF518EACE}"/>
          </ac:spMkLst>
        </pc:spChg>
        <pc:spChg chg="mod">
          <ac:chgData name="ADIB K.M SHAHRIAR ALAM" userId="cb92b437-61af-4681-a72a-625e33bfc357" providerId="ADAL" clId="{FD585106-175F-46C4-A373-692172758B21}" dt="2026-08-19T14:09:34.541" v="1191" actId="207"/>
          <ac:spMkLst>
            <pc:docMk/>
            <pc:sldMk cId="3559993501" sldId="257"/>
            <ac:spMk id="18" creationId="{9FC30D7C-EE62-7C80-0B98-75BC440BC855}"/>
          </ac:spMkLst>
        </pc:spChg>
        <pc:spChg chg="mod">
          <ac:chgData name="ADIB K.M SHAHRIAR ALAM" userId="cb92b437-61af-4681-a72a-625e33bfc357" providerId="ADAL" clId="{FD585106-175F-46C4-A373-692172758B21}" dt="2026-08-19T14:10:43.796" v="1196" actId="207"/>
          <ac:spMkLst>
            <pc:docMk/>
            <pc:sldMk cId="3559993501" sldId="257"/>
            <ac:spMk id="19" creationId="{1EBDD678-D31B-1C74-3A1B-14AA03D51830}"/>
          </ac:spMkLst>
        </pc:spChg>
        <pc:spChg chg="mod">
          <ac:chgData name="ADIB K.M SHAHRIAR ALAM" userId="cb92b437-61af-4681-a72a-625e33bfc357" providerId="ADAL" clId="{FD585106-175F-46C4-A373-692172758B21}" dt="2026-08-19T14:09:57.185" v="1194" actId="207"/>
          <ac:spMkLst>
            <pc:docMk/>
            <pc:sldMk cId="3559993501" sldId="257"/>
            <ac:spMk id="20" creationId="{19501D46-A760-E25C-8BF2-F49FF0C02E20}"/>
          </ac:spMkLst>
        </pc:spChg>
        <pc:spChg chg="mod">
          <ac:chgData name="ADIB K.M SHAHRIAR ALAM" userId="cb92b437-61af-4681-a72a-625e33bfc357" providerId="ADAL" clId="{FD585106-175F-46C4-A373-692172758B21}" dt="2026-08-19T14:12:51.209" v="1215" actId="2711"/>
          <ac:spMkLst>
            <pc:docMk/>
            <pc:sldMk cId="3559993501" sldId="257"/>
            <ac:spMk id="21" creationId="{DAC2BB4F-8F85-09E9-9C20-756C58E1F9C4}"/>
          </ac:spMkLst>
        </pc:spChg>
        <pc:spChg chg="mod">
          <ac:chgData name="ADIB K.M SHAHRIAR ALAM" userId="cb92b437-61af-4681-a72a-625e33bfc357" providerId="ADAL" clId="{FD585106-175F-46C4-A373-692172758B21}" dt="2026-08-19T14:10:43.796" v="1196" actId="207"/>
          <ac:spMkLst>
            <pc:docMk/>
            <pc:sldMk cId="3559993501" sldId="257"/>
            <ac:spMk id="22" creationId="{95E12676-E8E7-EAF9-4C20-2E5090977A3F}"/>
          </ac:spMkLst>
        </pc:spChg>
        <pc:spChg chg="mod">
          <ac:chgData name="ADIB K.M SHAHRIAR ALAM" userId="cb92b437-61af-4681-a72a-625e33bfc357" providerId="ADAL" clId="{FD585106-175F-46C4-A373-692172758B21}" dt="2026-08-19T14:12:51.209" v="1215" actId="2711"/>
          <ac:spMkLst>
            <pc:docMk/>
            <pc:sldMk cId="3559993501" sldId="257"/>
            <ac:spMk id="23" creationId="{37075B73-6B1E-DEE7-145D-9AB5B922D6B0}"/>
          </ac:spMkLst>
        </pc:spChg>
        <pc:spChg chg="mod">
          <ac:chgData name="ADIB K.M SHAHRIAR ALAM" userId="cb92b437-61af-4681-a72a-625e33bfc357" providerId="ADAL" clId="{FD585106-175F-46C4-A373-692172758B21}" dt="2026-08-19T14:12:51.209" v="1215" actId="2711"/>
          <ac:spMkLst>
            <pc:docMk/>
            <pc:sldMk cId="3559993501" sldId="257"/>
            <ac:spMk id="30" creationId="{EDFECF75-BBD9-4B66-67A0-A99763C76378}"/>
          </ac:spMkLst>
        </pc:spChg>
        <pc:spChg chg="mod">
          <ac:chgData name="ADIB K.M SHAHRIAR ALAM" userId="cb92b437-61af-4681-a72a-625e33bfc357" providerId="ADAL" clId="{FD585106-175F-46C4-A373-692172758B21}" dt="2026-08-12T15:47:17.584" v="723" actId="14100"/>
          <ac:spMkLst>
            <pc:docMk/>
            <pc:sldMk cId="3559993501" sldId="257"/>
            <ac:spMk id="44" creationId="{8FEAA4C3-DF4C-BC82-0ACF-F405704AFA2B}"/>
          </ac:spMkLst>
        </pc:spChg>
        <pc:spChg chg="mod">
          <ac:chgData name="ADIB K.M SHAHRIAR ALAM" userId="cb92b437-61af-4681-a72a-625e33bfc357" providerId="ADAL" clId="{FD585106-175F-46C4-A373-692172758B21}" dt="2026-08-12T14:02:00.731" v="5" actId="1076"/>
          <ac:spMkLst>
            <pc:docMk/>
            <pc:sldMk cId="3559993501" sldId="257"/>
            <ac:spMk id="50" creationId="{F6AF55C3-CE49-4267-39B7-556AA395D446}"/>
          </ac:spMkLst>
        </pc:spChg>
        <pc:spChg chg="add mod">
          <ac:chgData name="ADIB K.M SHAHRIAR ALAM" userId="cb92b437-61af-4681-a72a-625e33bfc357" providerId="ADAL" clId="{FD585106-175F-46C4-A373-692172758B21}" dt="2026-08-15T11:22:45.256" v="1155" actId="1076"/>
          <ac:spMkLst>
            <pc:docMk/>
            <pc:sldMk cId="3559993501" sldId="257"/>
            <ac:spMk id="51" creationId="{F6796854-71EB-BDC3-7DCA-AAC1B80D3DC0}"/>
          </ac:spMkLst>
        </pc:spChg>
        <pc:spChg chg="mod">
          <ac:chgData name="ADIB K.M SHAHRIAR ALAM" userId="cb92b437-61af-4681-a72a-625e33bfc357" providerId="ADAL" clId="{FD585106-175F-46C4-A373-692172758B21}" dt="2026-08-12T14:21:47.416" v="292" actId="1076"/>
          <ac:spMkLst>
            <pc:docMk/>
            <pc:sldMk cId="3559993501" sldId="257"/>
            <ac:spMk id="55" creationId="{D8E82B15-A6CB-C1E0-ADD0-F4D4326BFCF9}"/>
          </ac:spMkLst>
        </pc:spChg>
        <pc:spChg chg="add mod">
          <ac:chgData name="ADIB K.M SHAHRIAR ALAM" userId="cb92b437-61af-4681-a72a-625e33bfc357" providerId="ADAL" clId="{FD585106-175F-46C4-A373-692172758B21}" dt="2026-08-19T14:12:51.209" v="1215" actId="2711"/>
          <ac:spMkLst>
            <pc:docMk/>
            <pc:sldMk cId="3559993501" sldId="257"/>
            <ac:spMk id="56" creationId="{CA357957-9D6C-B273-2936-95B5D7EEEBB9}"/>
          </ac:spMkLst>
        </pc:spChg>
        <pc:spChg chg="mod">
          <ac:chgData name="ADIB K.M SHAHRIAR ALAM" userId="cb92b437-61af-4681-a72a-625e33bfc357" providerId="ADAL" clId="{FD585106-175F-46C4-A373-692172758B21}" dt="2026-08-19T14:10:43.796" v="1196" actId="207"/>
          <ac:spMkLst>
            <pc:docMk/>
            <pc:sldMk cId="3559993501" sldId="257"/>
            <ac:spMk id="57" creationId="{901A33EE-8106-DBD6-5FE3-8B7C59949027}"/>
          </ac:spMkLst>
        </pc:spChg>
        <pc:spChg chg="add mod">
          <ac:chgData name="ADIB K.M SHAHRIAR ALAM" userId="cb92b437-61af-4681-a72a-625e33bfc357" providerId="ADAL" clId="{FD585106-175F-46C4-A373-692172758B21}" dt="2026-08-19T14:07:40.065" v="1179" actId="1076"/>
          <ac:spMkLst>
            <pc:docMk/>
            <pc:sldMk cId="3559993501" sldId="257"/>
            <ac:spMk id="60" creationId="{62927AA9-D774-1102-B2AA-5733F6039AA5}"/>
          </ac:spMkLst>
        </pc:spChg>
        <pc:spChg chg="add mod">
          <ac:chgData name="ADIB K.M SHAHRIAR ALAM" userId="cb92b437-61af-4681-a72a-625e33bfc357" providerId="ADAL" clId="{FD585106-175F-46C4-A373-692172758B21}" dt="2026-08-19T14:12:51.209" v="1215" actId="2711"/>
          <ac:spMkLst>
            <pc:docMk/>
            <pc:sldMk cId="3559993501" sldId="257"/>
            <ac:spMk id="115" creationId="{FD4CE385-AE1A-9DCD-794C-B8B8CB0E2F37}"/>
          </ac:spMkLst>
        </pc:spChg>
        <pc:spChg chg="add mod">
          <ac:chgData name="ADIB K.M SHAHRIAR ALAM" userId="cb92b437-61af-4681-a72a-625e33bfc357" providerId="ADAL" clId="{FD585106-175F-46C4-A373-692172758B21}" dt="2026-08-19T14:10:43.796" v="1196" actId="207"/>
          <ac:spMkLst>
            <pc:docMk/>
            <pc:sldMk cId="3559993501" sldId="257"/>
            <ac:spMk id="133" creationId="{3A9EF5A9-C9F5-9A93-4358-9EC9AD2D3E41}"/>
          </ac:spMkLst>
        </pc:spChg>
        <pc:spChg chg="add mod">
          <ac:chgData name="ADIB K.M SHAHRIAR ALAM" userId="cb92b437-61af-4681-a72a-625e33bfc357" providerId="ADAL" clId="{FD585106-175F-46C4-A373-692172758B21}" dt="2026-08-12T15:24:39.159" v="603" actId="1076"/>
          <ac:spMkLst>
            <pc:docMk/>
            <pc:sldMk cId="3559993501" sldId="257"/>
            <ac:spMk id="140" creationId="{433D64AD-9C7D-A40F-E999-7EFA94561BF5}"/>
          </ac:spMkLst>
        </pc:spChg>
        <pc:spChg chg="add mod">
          <ac:chgData name="ADIB K.M SHAHRIAR ALAM" userId="cb92b437-61af-4681-a72a-625e33bfc357" providerId="ADAL" clId="{FD585106-175F-46C4-A373-692172758B21}" dt="2026-08-19T14:10:53.470" v="1197" actId="207"/>
          <ac:spMkLst>
            <pc:docMk/>
            <pc:sldMk cId="3559993501" sldId="257"/>
            <ac:spMk id="145" creationId="{660F066C-264B-D0B6-86EA-26A474686C07}"/>
          </ac:spMkLst>
        </pc:spChg>
        <pc:spChg chg="add mod">
          <ac:chgData name="ADIB K.M SHAHRIAR ALAM" userId="cb92b437-61af-4681-a72a-625e33bfc357" providerId="ADAL" clId="{FD585106-175F-46C4-A373-692172758B21}" dt="2026-08-19T14:10:43.796" v="1196" actId="207"/>
          <ac:spMkLst>
            <pc:docMk/>
            <pc:sldMk cId="3559993501" sldId="257"/>
            <ac:spMk id="149" creationId="{ACAF2F1E-2307-0D2B-AEC7-3496215688BA}"/>
          </ac:spMkLst>
        </pc:spChg>
        <pc:spChg chg="add mod">
          <ac:chgData name="ADIB K.M SHAHRIAR ALAM" userId="cb92b437-61af-4681-a72a-625e33bfc357" providerId="ADAL" clId="{FD585106-175F-46C4-A373-692172758B21}" dt="2026-08-12T15:26:00.841" v="611" actId="1076"/>
          <ac:spMkLst>
            <pc:docMk/>
            <pc:sldMk cId="3559993501" sldId="257"/>
            <ac:spMk id="151" creationId="{72DDCC48-4DE1-FA2A-B155-803576B3DC05}"/>
          </ac:spMkLst>
        </pc:spChg>
        <pc:spChg chg="add mod">
          <ac:chgData name="ADIB K.M SHAHRIAR ALAM" userId="cb92b437-61af-4681-a72a-625e33bfc357" providerId="ADAL" clId="{FD585106-175F-46C4-A373-692172758B21}" dt="2026-08-19T14:12:51.209" v="1215" actId="2711"/>
          <ac:spMkLst>
            <pc:docMk/>
            <pc:sldMk cId="3559993501" sldId="257"/>
            <ac:spMk id="167" creationId="{94B86F6E-D1C7-B138-0368-3DAA271DF514}"/>
          </ac:spMkLst>
        </pc:spChg>
        <pc:spChg chg="add mod">
          <ac:chgData name="ADIB K.M SHAHRIAR ALAM" userId="cb92b437-61af-4681-a72a-625e33bfc357" providerId="ADAL" clId="{FD585106-175F-46C4-A373-692172758B21}" dt="2026-08-19T14:11:13.953" v="1200" actId="1076"/>
          <ac:spMkLst>
            <pc:docMk/>
            <pc:sldMk cId="3559993501" sldId="257"/>
            <ac:spMk id="171" creationId="{D5787FA2-D4CD-01A3-5C74-36AEEA16C6F3}"/>
          </ac:spMkLst>
        </pc:spChg>
        <pc:spChg chg="add mod">
          <ac:chgData name="ADIB K.M SHAHRIAR ALAM" userId="cb92b437-61af-4681-a72a-625e33bfc357" providerId="ADAL" clId="{FD585106-175F-46C4-A373-692172758B21}" dt="2026-08-19T14:11:22.760" v="1202" actId="1076"/>
          <ac:spMkLst>
            <pc:docMk/>
            <pc:sldMk cId="3559993501" sldId="257"/>
            <ac:spMk id="182" creationId="{BC69DADB-9FA2-FDDB-FD6A-450546370DB0}"/>
          </ac:spMkLst>
        </pc:spChg>
        <pc:spChg chg="add mod">
          <ac:chgData name="ADIB K.M SHAHRIAR ALAM" userId="cb92b437-61af-4681-a72a-625e33bfc357" providerId="ADAL" clId="{FD585106-175F-46C4-A373-692172758B21}" dt="2026-08-12T15:43:34.238" v="683" actId="571"/>
          <ac:spMkLst>
            <pc:docMk/>
            <pc:sldMk cId="3559993501" sldId="257"/>
            <ac:spMk id="187" creationId="{AC05FE8E-34DB-C659-A209-F07896B75E67}"/>
          </ac:spMkLst>
        </pc:spChg>
        <pc:spChg chg="add mod">
          <ac:chgData name="ADIB K.M SHAHRIAR ALAM" userId="cb92b437-61af-4681-a72a-625e33bfc357" providerId="ADAL" clId="{FD585106-175F-46C4-A373-692172758B21}" dt="2026-08-12T15:43:50.832" v="684" actId="571"/>
          <ac:spMkLst>
            <pc:docMk/>
            <pc:sldMk cId="3559993501" sldId="257"/>
            <ac:spMk id="188" creationId="{59791635-D492-9EB6-B4F0-8E608B89703A}"/>
          </ac:spMkLst>
        </pc:spChg>
        <pc:spChg chg="add mod">
          <ac:chgData name="ADIB K.M SHAHRIAR ALAM" userId="cb92b437-61af-4681-a72a-625e33bfc357" providerId="ADAL" clId="{FD585106-175F-46C4-A373-692172758B21}" dt="2026-08-12T15:47:20.064" v="724" actId="14100"/>
          <ac:spMkLst>
            <pc:docMk/>
            <pc:sldMk cId="3559993501" sldId="257"/>
            <ac:spMk id="197" creationId="{5BCBD39F-E1C0-76EB-1D9D-2FB5C46986DA}"/>
          </ac:spMkLst>
        </pc:spChg>
        <pc:cxnChg chg="add mod">
          <ac:chgData name="ADIB K.M SHAHRIAR ALAM" userId="cb92b437-61af-4681-a72a-625e33bfc357" providerId="ADAL" clId="{FD585106-175F-46C4-A373-692172758B21}" dt="2026-08-19T14:12:12.567" v="1213" actId="1076"/>
          <ac:cxnSpMkLst>
            <pc:docMk/>
            <pc:sldMk cId="3559993501" sldId="257"/>
            <ac:cxnSpMk id="68" creationId="{6B62365A-6612-9B4F-4961-BCA8438ED05C}"/>
          </ac:cxnSpMkLst>
        </pc:cxnChg>
        <pc:cxnChg chg="add mod">
          <ac:chgData name="ADIB K.M SHAHRIAR ALAM" userId="cb92b437-61af-4681-a72a-625e33bfc357" providerId="ADAL" clId="{FD585106-175F-46C4-A373-692172758B21}" dt="2026-08-12T15:47:36.711" v="725" actId="14100"/>
          <ac:cxnSpMkLst>
            <pc:docMk/>
            <pc:sldMk cId="3559993501" sldId="257"/>
            <ac:cxnSpMk id="111" creationId="{786D87F6-CD7B-E8C5-0AE0-055548F90E71}"/>
          </ac:cxnSpMkLst>
        </pc:cxnChg>
        <pc:cxnChg chg="add mod">
          <ac:chgData name="ADIB K.M SHAHRIAR ALAM" userId="cb92b437-61af-4681-a72a-625e33bfc357" providerId="ADAL" clId="{FD585106-175F-46C4-A373-692172758B21}" dt="2026-08-12T14:21:36.404" v="289" actId="1076"/>
          <ac:cxnSpMkLst>
            <pc:docMk/>
            <pc:sldMk cId="3559993501" sldId="257"/>
            <ac:cxnSpMk id="117" creationId="{314663B1-5244-EB8F-2915-8B8A094F9D53}"/>
          </ac:cxnSpMkLst>
        </pc:cxnChg>
        <pc:cxnChg chg="add">
          <ac:chgData name="ADIB K.M SHAHRIAR ALAM" userId="cb92b437-61af-4681-a72a-625e33bfc357" providerId="ADAL" clId="{FD585106-175F-46C4-A373-692172758B21}" dt="2026-08-12T15:19:21.886" v="580" actId="11529"/>
          <ac:cxnSpMkLst>
            <pc:docMk/>
            <pc:sldMk cId="3559993501" sldId="257"/>
            <ac:cxnSpMk id="157" creationId="{BCE95596-A0FE-F39A-868A-0B0F6D4040AD}"/>
          </ac:cxnSpMkLst>
        </pc:cxnChg>
        <pc:cxnChg chg="add mod">
          <ac:chgData name="ADIB K.M SHAHRIAR ALAM" userId="cb92b437-61af-4681-a72a-625e33bfc357" providerId="ADAL" clId="{FD585106-175F-46C4-A373-692172758B21}" dt="2026-08-12T15:22:00.596" v="591" actId="1076"/>
          <ac:cxnSpMkLst>
            <pc:docMk/>
            <pc:sldMk cId="3559993501" sldId="257"/>
            <ac:cxnSpMk id="162" creationId="{3DFBD86E-AEE6-847B-CE02-56F2EF2C9CC2}"/>
          </ac:cxnSpMkLst>
        </pc:cxnChg>
        <pc:cxnChg chg="add">
          <ac:chgData name="ADIB K.M SHAHRIAR ALAM" userId="cb92b437-61af-4681-a72a-625e33bfc357" providerId="ADAL" clId="{FD585106-175F-46C4-A373-692172758B21}" dt="2026-08-12T15:23:53.736" v="602" actId="11529"/>
          <ac:cxnSpMkLst>
            <pc:docMk/>
            <pc:sldMk cId="3559993501" sldId="257"/>
            <ac:cxnSpMk id="165" creationId="{298499A7-579C-25E0-F297-D7354D8499DA}"/>
          </ac:cxnSpMkLst>
        </pc:cxnChg>
        <pc:cxnChg chg="add">
          <ac:chgData name="ADIB K.M SHAHRIAR ALAM" userId="cb92b437-61af-4681-a72a-625e33bfc357" providerId="ADAL" clId="{FD585106-175F-46C4-A373-692172758B21}" dt="2026-08-12T15:39:03.469" v="634" actId="11529"/>
          <ac:cxnSpMkLst>
            <pc:docMk/>
            <pc:sldMk cId="3559993501" sldId="257"/>
            <ac:cxnSpMk id="173" creationId="{6328163C-5AE3-C495-13F3-C17FE1C27C87}"/>
          </ac:cxnSpMkLst>
        </pc:cxnChg>
        <pc:cxnChg chg="add mod">
          <ac:chgData name="ADIB K.M SHAHRIAR ALAM" userId="cb92b437-61af-4681-a72a-625e33bfc357" providerId="ADAL" clId="{FD585106-175F-46C4-A373-692172758B21}" dt="2026-08-19T14:11:22.760" v="1202" actId="1076"/>
          <ac:cxnSpMkLst>
            <pc:docMk/>
            <pc:sldMk cId="3559993501" sldId="257"/>
            <ac:cxnSpMk id="186" creationId="{EB94ADFC-8C3F-66DA-FAFF-EB041D2029BD}"/>
          </ac:cxnSpMkLst>
        </pc:cxnChg>
        <pc:cxnChg chg="add mod">
          <ac:chgData name="ADIB K.M SHAHRIAR ALAM" userId="cb92b437-61af-4681-a72a-625e33bfc357" providerId="ADAL" clId="{FD585106-175F-46C4-A373-692172758B21}" dt="2026-08-19T14:12:12.567" v="1213" actId="1076"/>
          <ac:cxnSpMkLst>
            <pc:docMk/>
            <pc:sldMk cId="3559993501" sldId="257"/>
            <ac:cxnSpMk id="194" creationId="{5EBB3032-E413-DB0D-5F73-012CEF9DE87F}"/>
          </ac:cxnSpMkLst>
        </pc:cxnChg>
      </pc:sldChg>
      <pc:sldChg chg="addSp delSp modSp new mod">
        <pc:chgData name="ADIB K.M SHAHRIAR ALAM" userId="cb92b437-61af-4681-a72a-625e33bfc357" providerId="ADAL" clId="{FD585106-175F-46C4-A373-692172758B21}" dt="2026-08-21T09:29:52.007" v="1755" actId="2711"/>
        <pc:sldMkLst>
          <pc:docMk/>
          <pc:sldMk cId="2582088956" sldId="258"/>
        </pc:sldMkLst>
        <pc:spChg chg="add mod">
          <ac:chgData name="ADIB K.M SHAHRIAR ALAM" userId="cb92b437-61af-4681-a72a-625e33bfc357" providerId="ADAL" clId="{FD585106-175F-46C4-A373-692172758B21}" dt="2026-08-20T23:56:59.585" v="1407" actId="571"/>
          <ac:spMkLst>
            <pc:docMk/>
            <pc:sldMk cId="2582088956" sldId="258"/>
            <ac:spMk id="2" creationId="{DD977104-27FC-AF28-D939-A7B28F0D0C43}"/>
          </ac:spMkLst>
        </pc:spChg>
        <pc:spChg chg="del">
          <ac:chgData name="ADIB K.M SHAHRIAR ALAM" userId="cb92b437-61af-4681-a72a-625e33bfc357" providerId="ADAL" clId="{FD585106-175F-46C4-A373-692172758B21}" dt="2026-08-20T23:14:08.929" v="1267" actId="478"/>
          <ac:spMkLst>
            <pc:docMk/>
            <pc:sldMk cId="2582088956" sldId="258"/>
            <ac:spMk id="5" creationId="{F10C2EBD-BC75-AD08-8724-92D03E648F62}"/>
          </ac:spMkLst>
        </pc:spChg>
        <pc:spChg chg="del mod">
          <ac:chgData name="ADIB K.M SHAHRIAR ALAM" userId="cb92b437-61af-4681-a72a-625e33bfc357" providerId="ADAL" clId="{FD585106-175F-46C4-A373-692172758B21}" dt="2026-08-20T23:56:45.501" v="1404" actId="478"/>
          <ac:spMkLst>
            <pc:docMk/>
            <pc:sldMk cId="2582088956" sldId="258"/>
            <ac:spMk id="7" creationId="{E104C2AB-2216-CC33-2FDF-CF5A9DB6300F}"/>
          </ac:spMkLst>
        </pc:spChg>
        <pc:spChg chg="mod">
          <ac:chgData name="ADIB K.M SHAHRIAR ALAM" userId="cb92b437-61af-4681-a72a-625e33bfc357" providerId="ADAL" clId="{FD585106-175F-46C4-A373-692172758B21}" dt="2026-08-20T23:55:30.204" v="1369" actId="1076"/>
          <ac:spMkLst>
            <pc:docMk/>
            <pc:sldMk cId="2582088956" sldId="258"/>
            <ac:spMk id="8" creationId="{384946C0-02EE-0E39-1823-4DD33ADD6113}"/>
          </ac:spMkLst>
        </pc:spChg>
        <pc:spChg chg="add del mod">
          <ac:chgData name="ADIB K.M SHAHRIAR ALAM" userId="cb92b437-61af-4681-a72a-625e33bfc357" providerId="ADAL" clId="{FD585106-175F-46C4-A373-692172758B21}" dt="2026-08-21T03:50:15.014" v="1451" actId="478"/>
          <ac:spMkLst>
            <pc:docMk/>
            <pc:sldMk cId="2582088956" sldId="258"/>
            <ac:spMk id="9" creationId="{C84A26EA-30BD-F451-E7F3-257CBAC847FE}"/>
          </ac:spMkLst>
        </pc:spChg>
        <pc:spChg chg="del mod">
          <ac:chgData name="ADIB K.M SHAHRIAR ALAM" userId="cb92b437-61af-4681-a72a-625e33bfc357" providerId="ADAL" clId="{FD585106-175F-46C4-A373-692172758B21}" dt="2026-08-21T03:51:38.635" v="1463" actId="478"/>
          <ac:spMkLst>
            <pc:docMk/>
            <pc:sldMk cId="2582088956" sldId="258"/>
            <ac:spMk id="10" creationId="{C678ED82-FD8B-3FE2-2BBB-53C657054040}"/>
          </ac:spMkLst>
        </pc:spChg>
        <pc:spChg chg="mod">
          <ac:chgData name="ADIB K.M SHAHRIAR ALAM" userId="cb92b437-61af-4681-a72a-625e33bfc357" providerId="ADAL" clId="{FD585106-175F-46C4-A373-692172758B21}" dt="2026-08-21T09:29:52.007" v="1755" actId="2711"/>
          <ac:spMkLst>
            <pc:docMk/>
            <pc:sldMk cId="2582088956" sldId="258"/>
            <ac:spMk id="11" creationId="{0EBF327C-1D52-96F0-6486-F38EBAB3CCBD}"/>
          </ac:spMkLst>
        </pc:spChg>
        <pc:spChg chg="add del mod">
          <ac:chgData name="ADIB K.M SHAHRIAR ALAM" userId="cb92b437-61af-4681-a72a-625e33bfc357" providerId="ADAL" clId="{FD585106-175F-46C4-A373-692172758B21}" dt="2026-08-20T23:14:05.772" v="1266" actId="478"/>
          <ac:spMkLst>
            <pc:docMk/>
            <pc:sldMk cId="2582088956" sldId="258"/>
            <ac:spMk id="12" creationId="{41770124-CAF1-8C4B-98E1-9BB7CE984E6B}"/>
          </ac:spMkLst>
        </pc:spChg>
        <pc:spChg chg="mod">
          <ac:chgData name="ADIB K.M SHAHRIAR ALAM" userId="cb92b437-61af-4681-a72a-625e33bfc357" providerId="ADAL" clId="{FD585106-175F-46C4-A373-692172758B21}" dt="2026-08-21T09:29:52.007" v="1755" actId="2711"/>
          <ac:spMkLst>
            <pc:docMk/>
            <pc:sldMk cId="2582088956" sldId="258"/>
            <ac:spMk id="13" creationId="{DE7E26A7-1B0E-9D34-9944-8E6BF26095A9}"/>
          </ac:spMkLst>
        </pc:spChg>
        <pc:spChg chg="add del mod">
          <ac:chgData name="ADIB K.M SHAHRIAR ALAM" userId="cb92b437-61af-4681-a72a-625e33bfc357" providerId="ADAL" clId="{FD585106-175F-46C4-A373-692172758B21}" dt="2026-08-20T23:56:47.315" v="1405" actId="478"/>
          <ac:spMkLst>
            <pc:docMk/>
            <pc:sldMk cId="2582088956" sldId="258"/>
            <ac:spMk id="15" creationId="{C03AB245-4A59-F7C9-FF46-C2190EBEFA6A}"/>
          </ac:spMkLst>
        </pc:spChg>
        <pc:spChg chg="del">
          <ac:chgData name="ADIB K.M SHAHRIAR ALAM" userId="cb92b437-61af-4681-a72a-625e33bfc357" providerId="ADAL" clId="{FD585106-175F-46C4-A373-692172758B21}" dt="2026-08-20T23:56:48.603" v="1406" actId="478"/>
          <ac:spMkLst>
            <pc:docMk/>
            <pc:sldMk cId="2582088956" sldId="258"/>
            <ac:spMk id="16" creationId="{14BE767C-0A3F-AB3A-0469-9569C3D55AB8}"/>
          </ac:spMkLst>
        </pc:spChg>
        <pc:spChg chg="mod">
          <ac:chgData name="ADIB K.M SHAHRIAR ALAM" userId="cb92b437-61af-4681-a72a-625e33bfc357" providerId="ADAL" clId="{FD585106-175F-46C4-A373-692172758B21}" dt="2026-08-19T12:23:00.700" v="1172" actId="34135"/>
          <ac:spMkLst>
            <pc:docMk/>
            <pc:sldMk cId="2582088956" sldId="258"/>
            <ac:spMk id="17" creationId="{790ADF83-129C-7AE7-2046-8127DA9D59F8}"/>
          </ac:spMkLst>
        </pc:spChg>
        <pc:spChg chg="mod">
          <ac:chgData name="ADIB K.M SHAHRIAR ALAM" userId="cb92b437-61af-4681-a72a-625e33bfc357" providerId="ADAL" clId="{FD585106-175F-46C4-A373-692172758B21}" dt="2026-08-21T09:29:52.007" v="1755" actId="2711"/>
          <ac:spMkLst>
            <pc:docMk/>
            <pc:sldMk cId="2582088956" sldId="258"/>
            <ac:spMk id="18" creationId="{FA43A19D-C68E-FC1B-19B2-829862B61633}"/>
          </ac:spMkLst>
        </pc:spChg>
        <pc:spChg chg="mod">
          <ac:chgData name="ADIB K.M SHAHRIAR ALAM" userId="cb92b437-61af-4681-a72a-625e33bfc357" providerId="ADAL" clId="{FD585106-175F-46C4-A373-692172758B21}" dt="2026-08-21T03:49:11.269" v="1420" actId="1076"/>
          <ac:spMkLst>
            <pc:docMk/>
            <pc:sldMk cId="2582088956" sldId="258"/>
            <ac:spMk id="19" creationId="{0B5E717C-CD08-C3A5-CB84-D643630E7274}"/>
          </ac:spMkLst>
        </pc:spChg>
        <pc:spChg chg="del">
          <ac:chgData name="ADIB K.M SHAHRIAR ALAM" userId="cb92b437-61af-4681-a72a-625e33bfc357" providerId="ADAL" clId="{FD585106-175F-46C4-A373-692172758B21}" dt="2026-08-21T03:49:03.692" v="1417" actId="478"/>
          <ac:spMkLst>
            <pc:docMk/>
            <pc:sldMk cId="2582088956" sldId="258"/>
            <ac:spMk id="20" creationId="{E14147D8-2946-7BCB-6BC1-C5F024428E4D}"/>
          </ac:spMkLst>
        </pc:spChg>
        <pc:spChg chg="del mod">
          <ac:chgData name="ADIB K.M SHAHRIAR ALAM" userId="cb92b437-61af-4681-a72a-625e33bfc357" providerId="ADAL" clId="{FD585106-175F-46C4-A373-692172758B21}" dt="2026-08-21T03:49:04.867" v="1418" actId="478"/>
          <ac:spMkLst>
            <pc:docMk/>
            <pc:sldMk cId="2582088956" sldId="258"/>
            <ac:spMk id="21" creationId="{7361B76D-C4DC-28D7-08BC-DA5A9141D15D}"/>
          </ac:spMkLst>
        </pc:spChg>
        <pc:spChg chg="del">
          <ac:chgData name="ADIB K.M SHAHRIAR ALAM" userId="cb92b437-61af-4681-a72a-625e33bfc357" providerId="ADAL" clId="{FD585106-175F-46C4-A373-692172758B21}" dt="2026-08-21T03:49:05.510" v="1419" actId="478"/>
          <ac:spMkLst>
            <pc:docMk/>
            <pc:sldMk cId="2582088956" sldId="258"/>
            <ac:spMk id="22" creationId="{BC40C31D-5818-F3A4-DCA2-E933A336876A}"/>
          </ac:spMkLst>
        </pc:spChg>
        <pc:spChg chg="mod">
          <ac:chgData name="ADIB K.M SHAHRIAR ALAM" userId="cb92b437-61af-4681-a72a-625e33bfc357" providerId="ADAL" clId="{FD585106-175F-46C4-A373-692172758B21}" dt="2026-08-21T09:29:52.007" v="1755" actId="2711"/>
          <ac:spMkLst>
            <pc:docMk/>
            <pc:sldMk cId="2582088956" sldId="258"/>
            <ac:spMk id="23" creationId="{C801D565-91F0-CCDD-9145-7619C3F0E184}"/>
          </ac:spMkLst>
        </pc:spChg>
        <pc:spChg chg="add del mod">
          <ac:chgData name="ADIB K.M SHAHRIAR ALAM" userId="cb92b437-61af-4681-a72a-625e33bfc357" providerId="ADAL" clId="{FD585106-175F-46C4-A373-692172758B21}" dt="2026-08-21T03:52:00.578" v="1466" actId="478"/>
          <ac:spMkLst>
            <pc:docMk/>
            <pc:sldMk cId="2582088956" sldId="258"/>
            <ac:spMk id="27" creationId="{52795FE5-29D9-7D4B-9F98-20C921F0A336}"/>
          </ac:spMkLst>
        </pc:spChg>
        <pc:spChg chg="del">
          <ac:chgData name="ADIB K.M SHAHRIAR ALAM" userId="cb92b437-61af-4681-a72a-625e33bfc357" providerId="ADAL" clId="{FD585106-175F-46C4-A373-692172758B21}" dt="2026-08-21T03:51:57.989" v="1465" actId="478"/>
          <ac:spMkLst>
            <pc:docMk/>
            <pc:sldMk cId="2582088956" sldId="258"/>
            <ac:spMk id="28" creationId="{853BF278-7937-29D8-3380-DF4F52FDAA1E}"/>
          </ac:spMkLst>
        </pc:spChg>
        <pc:spChg chg="add mod">
          <ac:chgData name="ADIB K.M SHAHRIAR ALAM" userId="cb92b437-61af-4681-a72a-625e33bfc357" providerId="ADAL" clId="{FD585106-175F-46C4-A373-692172758B21}" dt="2026-08-19T12:23:00.700" v="1172" actId="34135"/>
          <ac:spMkLst>
            <pc:docMk/>
            <pc:sldMk cId="2582088956" sldId="258"/>
            <ac:spMk id="29" creationId="{C2F4740F-B468-4F52-9FF5-FCB3E694399B}"/>
          </ac:spMkLst>
        </pc:spChg>
        <pc:spChg chg="del">
          <ac:chgData name="ADIB K.M SHAHRIAR ALAM" userId="cb92b437-61af-4681-a72a-625e33bfc357" providerId="ADAL" clId="{FD585106-175F-46C4-A373-692172758B21}" dt="2026-08-21T09:12:27.721" v="1468" actId="478"/>
          <ac:spMkLst>
            <pc:docMk/>
            <pc:sldMk cId="2582088956" sldId="258"/>
            <ac:spMk id="36" creationId="{C1DF81A3-5A8B-666A-38D9-647815CCA6BB}"/>
          </ac:spMkLst>
        </pc:spChg>
        <pc:spChg chg="mod">
          <ac:chgData name="ADIB K.M SHAHRIAR ALAM" userId="cb92b437-61af-4681-a72a-625e33bfc357" providerId="ADAL" clId="{FD585106-175F-46C4-A373-692172758B21}" dt="2026-08-21T09:29:52.007" v="1755" actId="2711"/>
          <ac:spMkLst>
            <pc:docMk/>
            <pc:sldMk cId="2582088956" sldId="258"/>
            <ac:spMk id="37" creationId="{AA31FF73-EA85-EFDF-E4AB-5F99F5A20515}"/>
          </ac:spMkLst>
        </pc:spChg>
        <pc:spChg chg="del">
          <ac:chgData name="ADIB K.M SHAHRIAR ALAM" userId="cb92b437-61af-4681-a72a-625e33bfc357" providerId="ADAL" clId="{FD585106-175F-46C4-A373-692172758B21}" dt="2026-08-21T09:16:59.243" v="1542" actId="478"/>
          <ac:spMkLst>
            <pc:docMk/>
            <pc:sldMk cId="2582088956" sldId="258"/>
            <ac:spMk id="38" creationId="{F74696DF-DBB9-422F-6B56-68E57B7005D5}"/>
          </ac:spMkLst>
        </pc:spChg>
        <pc:spChg chg="mod">
          <ac:chgData name="ADIB K.M SHAHRIAR ALAM" userId="cb92b437-61af-4681-a72a-625e33bfc357" providerId="ADAL" clId="{FD585106-175F-46C4-A373-692172758B21}" dt="2026-08-21T09:29:52.007" v="1755" actId="2711"/>
          <ac:spMkLst>
            <pc:docMk/>
            <pc:sldMk cId="2582088956" sldId="258"/>
            <ac:spMk id="39" creationId="{6580A65F-9C97-9943-07CA-B1081D53D18A}"/>
          </ac:spMkLst>
        </pc:spChg>
        <pc:spChg chg="del">
          <ac:chgData name="ADIB K.M SHAHRIAR ALAM" userId="cb92b437-61af-4681-a72a-625e33bfc357" providerId="ADAL" clId="{FD585106-175F-46C4-A373-692172758B21}" dt="2026-08-21T09:18:09.098" v="1576" actId="478"/>
          <ac:spMkLst>
            <pc:docMk/>
            <pc:sldMk cId="2582088956" sldId="258"/>
            <ac:spMk id="40" creationId="{9D24A3FD-28A0-8F89-7100-7D1FA1240F5C}"/>
          </ac:spMkLst>
        </pc:spChg>
        <pc:spChg chg="add mod">
          <ac:chgData name="ADIB K.M SHAHRIAR ALAM" userId="cb92b437-61af-4681-a72a-625e33bfc357" providerId="ADAL" clId="{FD585106-175F-46C4-A373-692172758B21}" dt="2026-08-21T09:18:29.796" v="1580" actId="1076"/>
          <ac:spMkLst>
            <pc:docMk/>
            <pc:sldMk cId="2582088956" sldId="258"/>
            <ac:spMk id="41" creationId="{2F27FA8F-1BCC-DAE4-67BA-A71A810D5E60}"/>
          </ac:spMkLst>
        </pc:spChg>
        <pc:spChg chg="del">
          <ac:chgData name="ADIB K.M SHAHRIAR ALAM" userId="cb92b437-61af-4681-a72a-625e33bfc357" providerId="ADAL" clId="{FD585106-175F-46C4-A373-692172758B21}" dt="2026-08-21T09:12:24.142" v="1467" actId="478"/>
          <ac:spMkLst>
            <pc:docMk/>
            <pc:sldMk cId="2582088956" sldId="258"/>
            <ac:spMk id="43" creationId="{AC9703AA-2D39-71A9-8B69-66D07F816067}"/>
          </ac:spMkLst>
        </pc:spChg>
        <pc:spChg chg="add del mod">
          <ac:chgData name="ADIB K.M SHAHRIAR ALAM" userId="cb92b437-61af-4681-a72a-625e33bfc357" providerId="ADAL" clId="{FD585106-175F-46C4-A373-692172758B21}" dt="2026-08-21T09:16:38.621" v="1531" actId="478"/>
          <ac:spMkLst>
            <pc:docMk/>
            <pc:sldMk cId="2582088956" sldId="258"/>
            <ac:spMk id="46" creationId="{5F893380-A420-B604-39A0-1D3E998A9A14}"/>
          </ac:spMkLst>
        </pc:spChg>
        <pc:spChg chg="del">
          <ac:chgData name="ADIB K.M SHAHRIAR ALAM" userId="cb92b437-61af-4681-a72a-625e33bfc357" providerId="ADAL" clId="{FD585106-175F-46C4-A373-692172758B21}" dt="2026-08-21T09:16:39.412" v="1532" actId="478"/>
          <ac:spMkLst>
            <pc:docMk/>
            <pc:sldMk cId="2582088956" sldId="258"/>
            <ac:spMk id="47" creationId="{01D382B4-487C-04B4-0C43-027CD2856282}"/>
          </ac:spMkLst>
        </pc:spChg>
        <pc:spChg chg="mod">
          <ac:chgData name="ADIB K.M SHAHRIAR ALAM" userId="cb92b437-61af-4681-a72a-625e33bfc357" providerId="ADAL" clId="{FD585106-175F-46C4-A373-692172758B21}" dt="2026-08-21T09:26:01.685" v="1590" actId="2711"/>
          <ac:spMkLst>
            <pc:docMk/>
            <pc:sldMk cId="2582088956" sldId="258"/>
            <ac:spMk id="48" creationId="{C580E7CA-83A4-86D1-E817-94DBC453204F}"/>
          </ac:spMkLst>
        </pc:spChg>
        <pc:spChg chg="add mod">
          <ac:chgData name="ADIB K.M SHAHRIAR ALAM" userId="cb92b437-61af-4681-a72a-625e33bfc357" providerId="ADAL" clId="{FD585106-175F-46C4-A373-692172758B21}" dt="2026-08-13T02:38:06.662" v="759"/>
          <ac:spMkLst>
            <pc:docMk/>
            <pc:sldMk cId="2582088956" sldId="258"/>
            <ac:spMk id="49" creationId="{E9CD5CF5-3BA0-1251-08CA-12DBDA03BC8F}"/>
          </ac:spMkLst>
        </pc:spChg>
        <pc:spChg chg="mod">
          <ac:chgData name="ADIB K.M SHAHRIAR ALAM" userId="cb92b437-61af-4681-a72a-625e33bfc357" providerId="ADAL" clId="{FD585106-175F-46C4-A373-692172758B21}" dt="2026-08-21T09:18:23.388" v="1578" actId="1076"/>
          <ac:spMkLst>
            <pc:docMk/>
            <pc:sldMk cId="2582088956" sldId="258"/>
            <ac:spMk id="50" creationId="{1532AEC0-8E7D-F497-F336-92ADFA7DC36B}"/>
          </ac:spMkLst>
        </pc:spChg>
        <pc:spChg chg="del">
          <ac:chgData name="ADIB K.M SHAHRIAR ALAM" userId="cb92b437-61af-4681-a72a-625e33bfc357" providerId="ADAL" clId="{FD585106-175F-46C4-A373-692172758B21}" dt="2026-08-21T09:18:32.894" v="1581" actId="478"/>
          <ac:spMkLst>
            <pc:docMk/>
            <pc:sldMk cId="2582088956" sldId="258"/>
            <ac:spMk id="51" creationId="{DDBAD7D0-2716-2147-B081-845C9CCAEB1E}"/>
          </ac:spMkLst>
        </pc:spChg>
        <pc:spChg chg="add mod">
          <ac:chgData name="ADIB K.M SHAHRIAR ALAM" userId="cb92b437-61af-4681-a72a-625e33bfc357" providerId="ADAL" clId="{FD585106-175F-46C4-A373-692172758B21}" dt="2026-08-21T09:18:38.146" v="1583" actId="1076"/>
          <ac:spMkLst>
            <pc:docMk/>
            <pc:sldMk cId="2582088956" sldId="258"/>
            <ac:spMk id="52" creationId="{6FCE6C98-5AC0-C773-8DB2-56B3FDB54AAE}"/>
          </ac:spMkLst>
        </pc:spChg>
        <pc:spChg chg="del">
          <ac:chgData name="ADIB K.M SHAHRIAR ALAM" userId="cb92b437-61af-4681-a72a-625e33bfc357" providerId="ADAL" clId="{FD585106-175F-46C4-A373-692172758B21}" dt="2026-08-21T09:18:33.959" v="1582" actId="478"/>
          <ac:spMkLst>
            <pc:docMk/>
            <pc:sldMk cId="2582088956" sldId="258"/>
            <ac:spMk id="53" creationId="{298120CE-3D6B-10DF-5444-C9F1768CE257}"/>
          </ac:spMkLst>
        </pc:spChg>
        <pc:spChg chg="mod">
          <ac:chgData name="ADIB K.M SHAHRIAR ALAM" userId="cb92b437-61af-4681-a72a-625e33bfc357" providerId="ADAL" clId="{FD585106-175F-46C4-A373-692172758B21}" dt="2026-08-21T09:18:45.432" v="1584" actId="1076"/>
          <ac:spMkLst>
            <pc:docMk/>
            <pc:sldMk cId="2582088956" sldId="258"/>
            <ac:spMk id="56" creationId="{FCC19F27-66C3-8568-04CE-C4DC1DC29ADA}"/>
          </ac:spMkLst>
        </pc:spChg>
        <pc:spChg chg="mod">
          <ac:chgData name="ADIB K.M SHAHRIAR ALAM" userId="cb92b437-61af-4681-a72a-625e33bfc357" providerId="ADAL" clId="{FD585106-175F-46C4-A373-692172758B21}" dt="2026-08-21T09:26:01.685" v="1590" actId="2711"/>
          <ac:spMkLst>
            <pc:docMk/>
            <pc:sldMk cId="2582088956" sldId="258"/>
            <ac:spMk id="57" creationId="{92F1FC33-458D-ECBE-EB68-A77A39BAD897}"/>
          </ac:spMkLst>
        </pc:spChg>
        <pc:spChg chg="mod">
          <ac:chgData name="ADIB K.M SHAHRIAR ALAM" userId="cb92b437-61af-4681-a72a-625e33bfc357" providerId="ADAL" clId="{FD585106-175F-46C4-A373-692172758B21}" dt="2026-08-21T09:19:25.362" v="1586" actId="1076"/>
          <ac:spMkLst>
            <pc:docMk/>
            <pc:sldMk cId="2582088956" sldId="258"/>
            <ac:spMk id="58" creationId="{31B6F6A2-01B3-72B0-4D71-C4FB2EC82B7A}"/>
          </ac:spMkLst>
        </pc:spChg>
        <pc:spChg chg="mod">
          <ac:chgData name="ADIB K.M SHAHRIAR ALAM" userId="cb92b437-61af-4681-a72a-625e33bfc357" providerId="ADAL" clId="{FD585106-175F-46C4-A373-692172758B21}" dt="2026-08-21T09:29:52.007" v="1755" actId="2711"/>
          <ac:spMkLst>
            <pc:docMk/>
            <pc:sldMk cId="2582088956" sldId="258"/>
            <ac:spMk id="62" creationId="{D2D58EFD-AF12-0B6E-B39D-C66AA0002FF6}"/>
          </ac:spMkLst>
        </pc:spChg>
        <pc:spChg chg="add mod">
          <ac:chgData name="ADIB K.M SHAHRIAR ALAM" userId="cb92b437-61af-4681-a72a-625e33bfc357" providerId="ADAL" clId="{FD585106-175F-46C4-A373-692172758B21}" dt="2026-08-13T02:58:18.616" v="832" actId="20577"/>
          <ac:spMkLst>
            <pc:docMk/>
            <pc:sldMk cId="2582088956" sldId="258"/>
            <ac:spMk id="63" creationId="{B2F4FC6D-5177-413A-88A4-B885FEB291C5}"/>
          </ac:spMkLst>
        </pc:spChg>
        <pc:spChg chg="add mod">
          <ac:chgData name="ADIB K.M SHAHRIAR ALAM" userId="cb92b437-61af-4681-a72a-625e33bfc357" providerId="ADAL" clId="{FD585106-175F-46C4-A373-692172758B21}" dt="2026-08-21T03:50:53.857" v="1459" actId="571"/>
          <ac:spMkLst>
            <pc:docMk/>
            <pc:sldMk cId="2582088956" sldId="258"/>
            <ac:spMk id="64" creationId="{F7E8D056-E42A-26FC-3001-4C96D96D2D57}"/>
          </ac:spMkLst>
        </pc:spChg>
        <pc:spChg chg="add mod">
          <ac:chgData name="ADIB K.M SHAHRIAR ALAM" userId="cb92b437-61af-4681-a72a-625e33bfc357" providerId="ADAL" clId="{FD585106-175F-46C4-A373-692172758B21}" dt="2026-08-21T03:50:58.834" v="1460" actId="571"/>
          <ac:spMkLst>
            <pc:docMk/>
            <pc:sldMk cId="2582088956" sldId="258"/>
            <ac:spMk id="65" creationId="{B4E7CAD2-E40E-8A93-8F26-13983E50B6F8}"/>
          </ac:spMkLst>
        </pc:spChg>
        <pc:spChg chg="add mod">
          <ac:chgData name="ADIB K.M SHAHRIAR ALAM" userId="cb92b437-61af-4681-a72a-625e33bfc357" providerId="ADAL" clId="{FD585106-175F-46C4-A373-692172758B21}" dt="2026-08-21T03:51:22.943" v="1461" actId="571"/>
          <ac:spMkLst>
            <pc:docMk/>
            <pc:sldMk cId="2582088956" sldId="258"/>
            <ac:spMk id="66" creationId="{FF13E5D3-D90D-AA29-8989-3CE7CC64E930}"/>
          </ac:spMkLst>
        </pc:spChg>
        <pc:spChg chg="add mod">
          <ac:chgData name="ADIB K.M SHAHRIAR ALAM" userId="cb92b437-61af-4681-a72a-625e33bfc357" providerId="ADAL" clId="{FD585106-175F-46C4-A373-692172758B21}" dt="2026-08-21T03:51:44.865" v="1464" actId="1076"/>
          <ac:spMkLst>
            <pc:docMk/>
            <pc:sldMk cId="2582088956" sldId="258"/>
            <ac:spMk id="67" creationId="{9F10AF80-B2F4-A8B2-EBCC-4D3A7835FEF4}"/>
          </ac:spMkLst>
        </pc:spChg>
        <pc:spChg chg="add mod">
          <ac:chgData name="ADIB K.M SHAHRIAR ALAM" userId="cb92b437-61af-4681-a72a-625e33bfc357" providerId="ADAL" clId="{FD585106-175F-46C4-A373-692172758B21}" dt="2026-08-21T09:29:52.007" v="1755" actId="2711"/>
          <ac:spMkLst>
            <pc:docMk/>
            <pc:sldMk cId="2582088956" sldId="258"/>
            <ac:spMk id="68" creationId="{EC042634-31E0-67B1-1E87-06E4CC5BBB76}"/>
          </ac:spMkLst>
        </pc:spChg>
        <pc:spChg chg="add mod">
          <ac:chgData name="ADIB K.M SHAHRIAR ALAM" userId="cb92b437-61af-4681-a72a-625e33bfc357" providerId="ADAL" clId="{FD585106-175F-46C4-A373-692172758B21}" dt="2026-08-21T09:29:36.782" v="1752" actId="1076"/>
          <ac:spMkLst>
            <pc:docMk/>
            <pc:sldMk cId="2582088956" sldId="258"/>
            <ac:spMk id="69" creationId="{6A1CF638-88D3-8E3F-9312-3771EACD5942}"/>
          </ac:spMkLst>
        </pc:spChg>
        <pc:spChg chg="add mod">
          <ac:chgData name="ADIB K.M SHAHRIAR ALAM" userId="cb92b437-61af-4681-a72a-625e33bfc357" providerId="ADAL" clId="{FD585106-175F-46C4-A373-692172758B21}" dt="2026-08-21T09:29:52.007" v="1755" actId="2711"/>
          <ac:spMkLst>
            <pc:docMk/>
            <pc:sldMk cId="2582088956" sldId="258"/>
            <ac:spMk id="70" creationId="{44EDE69A-B433-E913-7547-DC41710099EB}"/>
          </ac:spMkLst>
        </pc:spChg>
        <pc:spChg chg="add mod">
          <ac:chgData name="ADIB K.M SHAHRIAR ALAM" userId="cb92b437-61af-4681-a72a-625e33bfc357" providerId="ADAL" clId="{FD585106-175F-46C4-A373-692172758B21}" dt="2026-08-21T09:29:52.007" v="1755" actId="2711"/>
          <ac:spMkLst>
            <pc:docMk/>
            <pc:sldMk cId="2582088956" sldId="258"/>
            <ac:spMk id="71" creationId="{5FA5047B-6D7E-39CD-AFC0-EE99BE0A5BFD}"/>
          </ac:spMkLst>
        </pc:spChg>
        <pc:spChg chg="add mod">
          <ac:chgData name="ADIB K.M SHAHRIAR ALAM" userId="cb92b437-61af-4681-a72a-625e33bfc357" providerId="ADAL" clId="{FD585106-175F-46C4-A373-692172758B21}" dt="2026-08-21T09:29:32.858" v="1751" actId="1076"/>
          <ac:spMkLst>
            <pc:docMk/>
            <pc:sldMk cId="2582088956" sldId="258"/>
            <ac:spMk id="72" creationId="{341FFA09-A06D-D3AC-955C-58B4DA73990E}"/>
          </ac:spMkLst>
        </pc:spChg>
        <pc:graphicFrameChg chg="add mod">
          <ac:chgData name="ADIB K.M SHAHRIAR ALAM" userId="cb92b437-61af-4681-a72a-625e33bfc357" providerId="ADAL" clId="{FD585106-175F-46C4-A373-692172758B21}" dt="2026-08-21T03:50:53.857" v="1459" actId="571"/>
          <ac:graphicFrameMkLst>
            <pc:docMk/>
            <pc:sldMk cId="2582088956" sldId="258"/>
            <ac:graphicFrameMk id="3" creationId="{33D237AF-EF9C-55AF-A110-E686C315D822}"/>
          </ac:graphicFrameMkLst>
        </pc:graphicFrameChg>
        <pc:graphicFrameChg chg="mod modGraphic">
          <ac:chgData name="ADIB K.M SHAHRIAR ALAM" userId="cb92b437-61af-4681-a72a-625e33bfc357" providerId="ADAL" clId="{FD585106-175F-46C4-A373-692172758B21}" dt="2026-08-21T09:25:28.063" v="1587"/>
          <ac:graphicFrameMkLst>
            <pc:docMk/>
            <pc:sldMk cId="2582088956" sldId="258"/>
            <ac:graphicFrameMk id="4" creationId="{CFCDDD4D-279E-3531-4A5D-317BDF5D5E94}"/>
          </ac:graphicFrameMkLst>
        </pc:graphicFrameChg>
        <pc:graphicFrameChg chg="mod ord modGraphic">
          <ac:chgData name="ADIB K.M SHAHRIAR ALAM" userId="cb92b437-61af-4681-a72a-625e33bfc357" providerId="ADAL" clId="{FD585106-175F-46C4-A373-692172758B21}" dt="2026-08-13T02:58:03.671" v="814" actId="1076"/>
          <ac:graphicFrameMkLst>
            <pc:docMk/>
            <pc:sldMk cId="2582088956" sldId="258"/>
            <ac:graphicFrameMk id="30" creationId="{6F9E2DEB-D72C-4305-DCBF-69B7A10D6BC0}"/>
          </ac:graphicFrameMkLst>
        </pc:graphicFrameChg>
        <pc:graphicFrameChg chg="mod modGraphic">
          <ac:chgData name="ADIB K.M SHAHRIAR ALAM" userId="cb92b437-61af-4681-a72a-625e33bfc357" providerId="ADAL" clId="{FD585106-175F-46C4-A373-692172758B21}" dt="2026-08-21T09:25:39.776" v="1589"/>
          <ac:graphicFrameMkLst>
            <pc:docMk/>
            <pc:sldMk cId="2582088956" sldId="258"/>
            <ac:graphicFrameMk id="35" creationId="{FAE92CF5-D62B-F1EC-9347-55B0D9E386D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DA3D39-2ED6-4C81-894D-2070B4EB6C87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82CBBB-1B24-400E-A337-DAD283E7F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275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82CBBB-1B24-400E-A337-DAD283E7F3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44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63352-2FC5-4267-43C3-E288B84D1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1A028-69ED-062C-FBA9-C4597350B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1628F-CCD6-94C9-33AD-75C0CA48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34CE-DDDB-49F0-A0D2-D7F91FC39B4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BAF69-16DF-2F49-CB01-3A197AD53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55386-3BAB-B5A3-BF17-8ED0CEF4C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CA5A7-C4AD-4967-881C-80BAD76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62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1D61-00C6-C729-7DB5-5F8B33758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D27FF-814C-E973-A45A-ECBD2C04F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B0072-1E84-7AA0-B399-3074016C3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34CE-DDDB-49F0-A0D2-D7F91FC39B4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7EFC0-CCA3-A548-2B22-276A79534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A4EE7-BF5B-FEC8-0AD0-3580E53E5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CA5A7-C4AD-4967-881C-80BAD76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0B83F-42B6-ED64-1380-525416CF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5D5EC-DEB8-2401-A0AC-16C905CD1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DD0FC-F045-52F9-E898-E4DEF08F7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34CE-DDDB-49F0-A0D2-D7F91FC39B4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73F24-63A6-24D9-2382-288A517FC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BA8C0-DAA8-9EF6-A787-7FD82604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CA5A7-C4AD-4967-881C-80BAD76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90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79D02-8CA6-C187-A841-BDEE079E5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1F128-6578-F38F-4A44-013D2C1DBF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B129C-9E03-AF8C-E0CB-92705F74C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6C1BE-4483-D45C-0412-53527EEE6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34CE-DDDB-49F0-A0D2-D7F91FC39B4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D27C5-9DB5-862D-4ADB-4FCBDFE2B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9FAC0-95C9-E458-A18F-D41CB5A31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CA5A7-C4AD-4967-881C-80BAD76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75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10BE4-2B14-015E-1DB7-A6C3BCE76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1C601-253A-4BA1-EFA4-EAD085D16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4BBB25-E0D6-F28F-EA47-B943B7854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1E5CD1-4C6F-A091-635C-16C2CAF8E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33DE71-EA75-D2ED-BB09-E1D0344BB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875BF2-407B-689C-F46C-E7DF59F4A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34CE-DDDB-49F0-A0D2-D7F91FC39B4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339320-FE1B-0727-89E2-ADDE81BA8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88CF89-8B24-9C47-91E2-499AEE589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CA5A7-C4AD-4967-881C-80BAD76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588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B47E-3CE2-FEDB-2369-8F79B088B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81E52E-6F2F-C2BA-AC13-9B83A3275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34CE-DDDB-49F0-A0D2-D7F91FC39B4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5A4843-0D81-178D-5D2B-1BC33B5C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D6B013-53E2-0109-696F-A93D09958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CA5A7-C4AD-4967-881C-80BAD76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525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D3C6E6-9FB8-B22C-D525-8A7F02FD2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34CE-DDDB-49F0-A0D2-D7F91FC39B4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08E0FD-7AF7-90D6-0585-B3897BBFB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184D4-EAFE-7863-A57C-94BA0A7D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CA5A7-C4AD-4967-881C-80BAD76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437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74A3-D757-4181-A286-12F5AB94C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18CA4-6080-E877-A49E-35BD4C5D1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A9C30-9ADD-2EDE-A1E2-11111AA06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3F98F-F8A6-66EB-6B64-AFADFB3A6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34CE-DDDB-49F0-A0D2-D7F91FC39B4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06DD3-A302-9C2B-681A-D1E771182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78877-8AC9-0645-D51E-2BDC5DA45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CA5A7-C4AD-4967-881C-80BAD76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900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23F5F-B553-A507-B8D1-4C651FF77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2193DD-1EA9-2D21-FBC7-3DE488C536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24617-6E95-2A19-0176-28DB3053D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09561-9076-A9F8-BFA8-7CC97F1A5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34CE-DDDB-49F0-A0D2-D7F91FC39B4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4AEBE-64C9-64AF-BDF1-CBA05A375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A61AE-812B-ACC1-C374-795E89607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CA5A7-C4AD-4967-881C-80BAD76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418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5124-DDBB-11A1-3DEB-00DEA4FAC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B8F7F2-ECD8-6D0E-19F5-97F54515D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DE510-104B-DFED-0027-5D775C10E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34CE-DDDB-49F0-A0D2-D7F91FC39B4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8DF72-7E65-FC0B-B17C-CCDCF7019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11018-03E9-E05D-00AF-0313FB763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CA5A7-C4AD-4967-881C-80BAD76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27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3AF-C606-DEE8-1044-6F13AF13E9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AEB59-FEBF-D680-C257-BB570C526D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84D34-46E6-5C28-8F4E-792427244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B34CE-DDDB-49F0-A0D2-D7F91FC39B4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D6DD6-7B65-D832-E00C-9015FC49E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C9476-F4D4-E746-D678-993B42A0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CA5A7-C4AD-4967-881C-80BAD76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11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D92820-6AFB-7ECD-EE87-CD84B341F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657B0-9B80-2998-D234-47B0442A4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83265-1389-9D46-5F11-0CB96DCAC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CB34CE-DDDB-49F0-A0D2-D7F91FC39B4E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5429C-2E7A-7534-C14B-D6B2B60927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B9C46-61C9-193F-6548-1D95F9EDC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BCA5A7-C4AD-4967-881C-80BAD7602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257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対角する 2 つの角を丸めた四角形 1">
            <a:extLst>
              <a:ext uri="{FF2B5EF4-FFF2-40B4-BE49-F238E27FC236}">
                <a16:creationId xmlns:a16="http://schemas.microsoft.com/office/drawing/2014/main" id="{0BC68F2D-1EF2-9643-1112-85A6646E099D}"/>
              </a:ext>
            </a:extLst>
          </p:cNvPr>
          <p:cNvSpPr/>
          <p:nvPr/>
        </p:nvSpPr>
        <p:spPr>
          <a:xfrm>
            <a:off x="2861886" y="129472"/>
            <a:ext cx="674210" cy="412727"/>
          </a:xfrm>
          <a:prstGeom prst="round2Diag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</a:t>
            </a:r>
            <a:endParaRPr kumimoji="1" lang="ja-JP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正方形/長方形 2">
            <a:extLst>
              <a:ext uri="{FF2B5EF4-FFF2-40B4-BE49-F238E27FC236}">
                <a16:creationId xmlns:a16="http://schemas.microsoft.com/office/drawing/2014/main" id="{43D76F5A-C8F7-1234-7B8D-63D0F2F16418}"/>
              </a:ext>
            </a:extLst>
          </p:cNvPr>
          <p:cNvSpPr/>
          <p:nvPr/>
        </p:nvSpPr>
        <p:spPr>
          <a:xfrm>
            <a:off x="4047388" y="92555"/>
            <a:ext cx="2280063" cy="5222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FPGA Dataset</a:t>
            </a:r>
            <a:endParaRPr kumimoji="1" lang="ja-JP" altLang="en-US" sz="10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正方形/長方形 3">
            <a:extLst>
              <a:ext uri="{FF2B5EF4-FFF2-40B4-BE49-F238E27FC236}">
                <a16:creationId xmlns:a16="http://schemas.microsoft.com/office/drawing/2014/main" id="{C9868182-50C2-2341-A7CC-B29533860C06}"/>
              </a:ext>
            </a:extLst>
          </p:cNvPr>
          <p:cNvSpPr/>
          <p:nvPr/>
        </p:nvSpPr>
        <p:spPr>
          <a:xfrm>
            <a:off x="2943570" y="967145"/>
            <a:ext cx="1431587" cy="3146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n% Random data</a:t>
            </a:r>
            <a:endParaRPr kumimoji="1" lang="ja-JP" altLang="en-US" sz="10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正方形/長方形 4">
            <a:extLst>
              <a:ext uri="{FF2B5EF4-FFF2-40B4-BE49-F238E27FC236}">
                <a16:creationId xmlns:a16="http://schemas.microsoft.com/office/drawing/2014/main" id="{52942786-1E95-FAD8-22E5-7F04051ED327}"/>
              </a:ext>
            </a:extLst>
          </p:cNvPr>
          <p:cNvSpPr/>
          <p:nvPr/>
        </p:nvSpPr>
        <p:spPr>
          <a:xfrm>
            <a:off x="5711933" y="961210"/>
            <a:ext cx="1536220" cy="3146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(100-n)% unpredicted data</a:t>
            </a:r>
            <a:endParaRPr kumimoji="1" lang="ja-JP" altLang="en-US" sz="10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正方形/長方形 7">
            <a:extLst>
              <a:ext uri="{FF2B5EF4-FFF2-40B4-BE49-F238E27FC236}">
                <a16:creationId xmlns:a16="http://schemas.microsoft.com/office/drawing/2014/main" id="{EDF4FC5F-BB4B-80F2-2C6F-E70CBFDB13E2}"/>
              </a:ext>
            </a:extLst>
          </p:cNvPr>
          <p:cNvSpPr/>
          <p:nvPr/>
        </p:nvSpPr>
        <p:spPr>
          <a:xfrm>
            <a:off x="2967322" y="2224651"/>
            <a:ext cx="1431587" cy="3146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trained Model</a:t>
            </a:r>
          </a:p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ja-JP" sz="10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=(n% data)</a:t>
            </a:r>
            <a:endParaRPr kumimoji="1" lang="ja-JP" altLang="en-US" sz="10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正方形/長方形 8">
            <a:extLst>
              <a:ext uri="{FF2B5EF4-FFF2-40B4-BE49-F238E27FC236}">
                <a16:creationId xmlns:a16="http://schemas.microsoft.com/office/drawing/2014/main" id="{B2A44780-5CCE-1642-ABB7-E385DDD7FB5C}"/>
              </a:ext>
            </a:extLst>
          </p:cNvPr>
          <p:cNvSpPr/>
          <p:nvPr/>
        </p:nvSpPr>
        <p:spPr>
          <a:xfrm>
            <a:off x="5711029" y="2219328"/>
            <a:ext cx="1536220" cy="3146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(100-n)% predicted data</a:t>
            </a:r>
            <a:endParaRPr kumimoji="1" lang="ja-JP" altLang="en-US" sz="10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正方形/長方形 9">
            <a:extLst>
              <a:ext uri="{FF2B5EF4-FFF2-40B4-BE49-F238E27FC236}">
                <a16:creationId xmlns:a16="http://schemas.microsoft.com/office/drawing/2014/main" id="{3CDA7134-927D-CA0E-D4C3-7D73E207FF79}"/>
              </a:ext>
            </a:extLst>
          </p:cNvPr>
          <p:cNvSpPr/>
          <p:nvPr/>
        </p:nvSpPr>
        <p:spPr>
          <a:xfrm>
            <a:off x="6639852" y="2764838"/>
            <a:ext cx="1431587" cy="464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Remaining data</a:t>
            </a:r>
            <a:endParaRPr kumimoji="1" lang="ja-JP" altLang="en-US" sz="1000" b="1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正方形/長方形 10">
            <a:extLst>
              <a:ext uri="{FF2B5EF4-FFF2-40B4-BE49-F238E27FC236}">
                <a16:creationId xmlns:a16="http://schemas.microsoft.com/office/drawing/2014/main" id="{68D96937-166E-8FEF-410D-D932E5F8B7BD}"/>
              </a:ext>
            </a:extLst>
          </p:cNvPr>
          <p:cNvSpPr/>
          <p:nvPr/>
        </p:nvSpPr>
        <p:spPr>
          <a:xfrm>
            <a:off x="4951576" y="2764056"/>
            <a:ext cx="1431587" cy="4655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it-IT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aggregation</a:t>
            </a:r>
          </a:p>
          <a:p>
            <a:pPr algn="ctr"/>
            <a:r>
              <a:rPr kumimoji="1" lang="it-IT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= α · Similarity + (1 </a:t>
            </a:r>
            <a:r>
              <a:rPr kumimoji="1" lang="ja-JP" altLang="it-IT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－ </a:t>
            </a:r>
            <a:r>
              <a:rPr kumimoji="1" lang="it-IT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α) · Variance</a:t>
            </a:r>
            <a:endParaRPr kumimoji="1" lang="ja-JP" altLang="en-US" sz="10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正方形/長方形 11">
            <a:extLst>
              <a:ext uri="{FF2B5EF4-FFF2-40B4-BE49-F238E27FC236}">
                <a16:creationId xmlns:a16="http://schemas.microsoft.com/office/drawing/2014/main" id="{4D6709EB-593B-0DC3-7F66-5F9F7CB3B8A0}"/>
              </a:ext>
            </a:extLst>
          </p:cNvPr>
          <p:cNvSpPr/>
          <p:nvPr/>
        </p:nvSpPr>
        <p:spPr>
          <a:xfrm>
            <a:off x="2980010" y="3395649"/>
            <a:ext cx="1431587" cy="3146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Trained Model</a:t>
            </a:r>
          </a:p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ja-JP" sz="10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=(n+s</a:t>
            </a:r>
            <a:r>
              <a:rPr kumimoji="1" lang="en-US" altLang="ja-JP" sz="10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data)</a:t>
            </a:r>
            <a:endParaRPr kumimoji="1" lang="ja-JP" altLang="en-US" sz="10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正方形/長方形 12">
            <a:extLst>
              <a:ext uri="{FF2B5EF4-FFF2-40B4-BE49-F238E27FC236}">
                <a16:creationId xmlns:a16="http://schemas.microsoft.com/office/drawing/2014/main" id="{01F2AA1C-E95B-EBC8-5DA2-517EB6A7FEFE}"/>
              </a:ext>
            </a:extLst>
          </p:cNvPr>
          <p:cNvSpPr/>
          <p:nvPr/>
        </p:nvSpPr>
        <p:spPr>
          <a:xfrm>
            <a:off x="5711029" y="3400465"/>
            <a:ext cx="1536220" cy="3146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{100-(n+s</a:t>
            </a:r>
            <a:r>
              <a:rPr kumimoji="1" lang="en-US" altLang="ja-JP" sz="10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)}% predicted data</a:t>
            </a:r>
            <a:endParaRPr kumimoji="1" lang="ja-JP" altLang="en-US" sz="10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正方形/長方形 13">
            <a:extLst>
              <a:ext uri="{FF2B5EF4-FFF2-40B4-BE49-F238E27FC236}">
                <a16:creationId xmlns:a16="http://schemas.microsoft.com/office/drawing/2014/main" id="{21AFCCB8-B539-1B94-B1A4-F382BD72DCEC}"/>
              </a:ext>
            </a:extLst>
          </p:cNvPr>
          <p:cNvSpPr/>
          <p:nvPr/>
        </p:nvSpPr>
        <p:spPr>
          <a:xfrm>
            <a:off x="6639852" y="4114379"/>
            <a:ext cx="1431587" cy="4871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Remaining data</a:t>
            </a:r>
            <a:endParaRPr kumimoji="1" lang="ja-JP" altLang="en-US" sz="1000" b="1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正方形/長方形 14">
            <a:extLst>
              <a:ext uri="{FF2B5EF4-FFF2-40B4-BE49-F238E27FC236}">
                <a16:creationId xmlns:a16="http://schemas.microsoft.com/office/drawing/2014/main" id="{8562E61B-C2F4-8A3C-7660-99E9191AFA5F}"/>
              </a:ext>
            </a:extLst>
          </p:cNvPr>
          <p:cNvSpPr/>
          <p:nvPr/>
        </p:nvSpPr>
        <p:spPr>
          <a:xfrm>
            <a:off x="4951576" y="4125955"/>
            <a:ext cx="1431587" cy="47559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it-IT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aggregation</a:t>
            </a:r>
          </a:p>
          <a:p>
            <a:pPr algn="ctr"/>
            <a:r>
              <a:rPr kumimoji="1" lang="it-IT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= α · Similarity + (1 </a:t>
            </a:r>
            <a:r>
              <a:rPr kumimoji="1" lang="ja-JP" altLang="it-IT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－ </a:t>
            </a:r>
            <a:r>
              <a:rPr kumimoji="1" lang="it-IT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α) · Variance</a:t>
            </a:r>
            <a:endParaRPr kumimoji="1" lang="ja-JP" altLang="en-US" sz="10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正方形/長方形 15">
                <a:extLst>
                  <a:ext uri="{FF2B5EF4-FFF2-40B4-BE49-F238E27FC236}">
                    <a16:creationId xmlns:a16="http://schemas.microsoft.com/office/drawing/2014/main" id="{2FB9849B-E088-4F71-FA35-BF6EF852E0E1}"/>
                  </a:ext>
                </a:extLst>
              </p:cNvPr>
              <p:cNvSpPr/>
              <p:nvPr/>
            </p:nvSpPr>
            <p:spPr>
              <a:xfrm>
                <a:off x="2968621" y="4809413"/>
                <a:ext cx="1431587" cy="439443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10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0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kumimoji="1" lang="en-US" altLang="ja-JP" sz="10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10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kumimoji="1" lang="en-US" altLang="ja-JP" sz="1000" b="1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Trained Model</a:t>
                </a:r>
              </a:p>
              <a:p>
                <a:pPr algn="ctr"/>
                <a:r>
                  <a:rPr kumimoji="1" lang="en-US" altLang="ja-JP" sz="1000" b="1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kumimoji="1" lang="en-US" altLang="ja-JP" sz="1000" b="1" baseline="-250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ja-JP" sz="1000" b="1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=(n+s</a:t>
                </a:r>
                <a:r>
                  <a:rPr kumimoji="1" lang="en-US" altLang="ja-JP" sz="1000" b="1" baseline="-250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ja-JP" sz="1000" b="1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+s</a:t>
                </a:r>
                <a:r>
                  <a:rPr kumimoji="1" lang="en-US" altLang="ja-JP" sz="1000" b="1" baseline="-250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kumimoji="1" lang="en-US" altLang="ja-JP" sz="1000" b="1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kumimoji="1" lang="en-US" altLang="ja-JP" sz="1000" b="1" dirty="0" err="1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ja-JP" sz="1000" b="1" baseline="-25000" dirty="0" err="1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kumimoji="1" lang="en-US" altLang="ja-JP" sz="1000" b="1" baseline="-25000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ja-JP" sz="1000" b="1" dirty="0">
                    <a:solidFill>
                      <a:sysClr val="windowText" lastClr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% data)</a:t>
                </a:r>
                <a:endParaRPr kumimoji="1" lang="ja-JP" altLang="en-US" sz="1000" b="1" dirty="0">
                  <a:solidFill>
                    <a:sysClr val="windowText" lastClr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正方形/長方形 15">
                <a:extLst>
                  <a:ext uri="{FF2B5EF4-FFF2-40B4-BE49-F238E27FC236}">
                    <a16:creationId xmlns:a16="http://schemas.microsoft.com/office/drawing/2014/main" id="{2FB9849B-E088-4F71-FA35-BF6EF852E0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621" y="4809413"/>
                <a:ext cx="1431587" cy="439443"/>
              </a:xfrm>
              <a:prstGeom prst="rect">
                <a:avLst/>
              </a:prstGeom>
              <a:blipFill>
                <a:blip r:embed="rId2"/>
                <a:stretch>
                  <a:fillRect t="-9333" b="-17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正方形/長方形 16">
            <a:extLst>
              <a:ext uri="{FF2B5EF4-FFF2-40B4-BE49-F238E27FC236}">
                <a16:creationId xmlns:a16="http://schemas.microsoft.com/office/drawing/2014/main" id="{22321433-5862-86F9-53C1-25A804514F93}"/>
              </a:ext>
            </a:extLst>
          </p:cNvPr>
          <p:cNvSpPr/>
          <p:nvPr/>
        </p:nvSpPr>
        <p:spPr>
          <a:xfrm>
            <a:off x="5711029" y="4863607"/>
            <a:ext cx="1536220" cy="314654"/>
          </a:xfrm>
          <a:prstGeom prst="rect">
            <a:avLst/>
          </a:prstGeom>
          <a:solidFill>
            <a:srgbClr val="8092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{100-(n+s</a:t>
            </a:r>
            <a:r>
              <a:rPr kumimoji="1" lang="en-US" altLang="ja-JP" sz="10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+s</a:t>
            </a:r>
            <a:r>
              <a:rPr kumimoji="1" lang="en-US" altLang="ja-JP" sz="1000" b="1" baseline="-25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)}% predicted data</a:t>
            </a:r>
            <a:endParaRPr kumimoji="1" lang="ja-JP" altLang="en-US" sz="10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正方形/長方形 17">
            <a:extLst>
              <a:ext uri="{FF2B5EF4-FFF2-40B4-BE49-F238E27FC236}">
                <a16:creationId xmlns:a16="http://schemas.microsoft.com/office/drawing/2014/main" id="{0583A046-0A61-DE39-8672-C54477E90FB9}"/>
              </a:ext>
            </a:extLst>
          </p:cNvPr>
          <p:cNvSpPr/>
          <p:nvPr/>
        </p:nvSpPr>
        <p:spPr>
          <a:xfrm>
            <a:off x="6639852" y="5407333"/>
            <a:ext cx="1431587" cy="454385"/>
          </a:xfrm>
          <a:prstGeom prst="rect">
            <a:avLst/>
          </a:prstGeom>
          <a:solidFill>
            <a:srgbClr val="8092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Remaining data</a:t>
            </a:r>
            <a:endParaRPr kumimoji="1" lang="ja-JP" altLang="en-US" sz="1000" b="1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正方形/長方形 18">
            <a:extLst>
              <a:ext uri="{FF2B5EF4-FFF2-40B4-BE49-F238E27FC236}">
                <a16:creationId xmlns:a16="http://schemas.microsoft.com/office/drawing/2014/main" id="{635F1FAE-D92D-525B-3E1E-4DDEC8F4FDA8}"/>
              </a:ext>
            </a:extLst>
          </p:cNvPr>
          <p:cNvSpPr/>
          <p:nvPr/>
        </p:nvSpPr>
        <p:spPr>
          <a:xfrm>
            <a:off x="4951576" y="5410702"/>
            <a:ext cx="1431587" cy="459910"/>
          </a:xfrm>
          <a:prstGeom prst="rect">
            <a:avLst/>
          </a:prstGeom>
          <a:solidFill>
            <a:srgbClr val="8092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it-IT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aggregation</a:t>
            </a:r>
          </a:p>
          <a:p>
            <a:pPr algn="ctr"/>
            <a:r>
              <a:rPr kumimoji="1" lang="it-IT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Score = α · Similarity + (1 </a:t>
            </a:r>
            <a:r>
              <a:rPr kumimoji="1" lang="ja-JP" altLang="it-IT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－ </a:t>
            </a:r>
            <a:r>
              <a:rPr kumimoji="1" lang="it-IT" altLang="ja-JP" sz="1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α) · Variance</a:t>
            </a:r>
            <a:endParaRPr kumimoji="1" lang="ja-JP" altLang="en-US" sz="10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正方形/長方形 20">
            <a:extLst>
              <a:ext uri="{FF2B5EF4-FFF2-40B4-BE49-F238E27FC236}">
                <a16:creationId xmlns:a16="http://schemas.microsoft.com/office/drawing/2014/main" id="{E8984CBE-B8E5-14EA-4668-4933CF0B0681}"/>
              </a:ext>
            </a:extLst>
          </p:cNvPr>
          <p:cNvSpPr/>
          <p:nvPr/>
        </p:nvSpPr>
        <p:spPr>
          <a:xfrm>
            <a:off x="2967322" y="5927604"/>
            <a:ext cx="2582562" cy="673405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Dotted Line : These steps will be repeated until  the sample size reaches certain level</a:t>
            </a:r>
            <a:endParaRPr kumimoji="1" lang="ja-JP" altLang="en-US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円/楕円 22">
            <a:extLst>
              <a:ext uri="{FF2B5EF4-FFF2-40B4-BE49-F238E27FC236}">
                <a16:creationId xmlns:a16="http://schemas.microsoft.com/office/drawing/2014/main" id="{5472A053-1E83-042E-ED43-9A5D237F0A9A}"/>
              </a:ext>
            </a:extLst>
          </p:cNvPr>
          <p:cNvSpPr/>
          <p:nvPr/>
        </p:nvSpPr>
        <p:spPr>
          <a:xfrm>
            <a:off x="3598050" y="2862171"/>
            <a:ext cx="296562" cy="2966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+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円/楕円 24">
            <a:extLst>
              <a:ext uri="{FF2B5EF4-FFF2-40B4-BE49-F238E27FC236}">
                <a16:creationId xmlns:a16="http://schemas.microsoft.com/office/drawing/2014/main" id="{9DEED94B-B0AE-D4C6-8CC6-11FA0F7EB1C2}"/>
              </a:ext>
            </a:extLst>
          </p:cNvPr>
          <p:cNvSpPr/>
          <p:nvPr/>
        </p:nvSpPr>
        <p:spPr>
          <a:xfrm>
            <a:off x="3533930" y="4219510"/>
            <a:ext cx="296562" cy="2966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+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25" name="カギ線コネクタ 26">
            <a:extLst>
              <a:ext uri="{FF2B5EF4-FFF2-40B4-BE49-F238E27FC236}">
                <a16:creationId xmlns:a16="http://schemas.microsoft.com/office/drawing/2014/main" id="{A30DB670-38C2-569A-5D78-24662E1D88CB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4247239" y="26964"/>
            <a:ext cx="352306" cy="152805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カギ線コネクタ 29">
            <a:extLst>
              <a:ext uri="{FF2B5EF4-FFF2-40B4-BE49-F238E27FC236}">
                <a16:creationId xmlns:a16="http://schemas.microsoft.com/office/drawing/2014/main" id="{CBACB289-502C-E6C9-4C7F-F825BE64BA0E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16200000" flipH="1">
            <a:off x="5660546" y="141712"/>
            <a:ext cx="346371" cy="129262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円/楕円 30">
            <a:extLst>
              <a:ext uri="{FF2B5EF4-FFF2-40B4-BE49-F238E27FC236}">
                <a16:creationId xmlns:a16="http://schemas.microsoft.com/office/drawing/2014/main" id="{A6C95D39-8244-B818-4A05-777E8213F253}"/>
              </a:ext>
            </a:extLst>
          </p:cNvPr>
          <p:cNvSpPr/>
          <p:nvPr/>
        </p:nvSpPr>
        <p:spPr>
          <a:xfrm>
            <a:off x="3533930" y="1531824"/>
            <a:ext cx="296562" cy="2966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+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28" name="カギ線コネクタ 32">
            <a:extLst>
              <a:ext uri="{FF2B5EF4-FFF2-40B4-BE49-F238E27FC236}">
                <a16:creationId xmlns:a16="http://schemas.microsoft.com/office/drawing/2014/main" id="{2537595E-7D4D-2341-6AD2-52E5F21AC926}"/>
              </a:ext>
            </a:extLst>
          </p:cNvPr>
          <p:cNvCxnSpPr>
            <a:cxnSpLocks/>
            <a:endCxn id="27" idx="2"/>
          </p:cNvCxnSpPr>
          <p:nvPr/>
        </p:nvCxnSpPr>
        <p:spPr>
          <a:xfrm rot="16200000" flipH="1">
            <a:off x="3230060" y="1376301"/>
            <a:ext cx="404309" cy="20343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42">
            <a:extLst>
              <a:ext uri="{FF2B5EF4-FFF2-40B4-BE49-F238E27FC236}">
                <a16:creationId xmlns:a16="http://schemas.microsoft.com/office/drawing/2014/main" id="{49041FFF-38FA-83F5-225D-0EEE9C180A11}"/>
              </a:ext>
            </a:extLst>
          </p:cNvPr>
          <p:cNvCxnSpPr>
            <a:stCxn id="27" idx="4"/>
            <a:endCxn id="10" idx="0"/>
          </p:cNvCxnSpPr>
          <p:nvPr/>
        </p:nvCxnSpPr>
        <p:spPr>
          <a:xfrm>
            <a:off x="3682211" y="1828520"/>
            <a:ext cx="905" cy="3961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44">
            <a:extLst>
              <a:ext uri="{FF2B5EF4-FFF2-40B4-BE49-F238E27FC236}">
                <a16:creationId xmlns:a16="http://schemas.microsoft.com/office/drawing/2014/main" id="{346124BF-B144-E325-C86A-5F7AE562C9FE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 flipV="1">
            <a:off x="4398909" y="2376655"/>
            <a:ext cx="1312120" cy="53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カギ線コネクタ 45">
            <a:extLst>
              <a:ext uri="{FF2B5EF4-FFF2-40B4-BE49-F238E27FC236}">
                <a16:creationId xmlns:a16="http://schemas.microsoft.com/office/drawing/2014/main" id="{0E457914-6BF3-0803-FAD2-3CBFE2EC5BFD}"/>
              </a:ext>
            </a:extLst>
          </p:cNvPr>
          <p:cNvCxnSpPr>
            <a:cxnSpLocks/>
            <a:endCxn id="23" idx="2"/>
          </p:cNvCxnSpPr>
          <p:nvPr/>
        </p:nvCxnSpPr>
        <p:spPr>
          <a:xfrm rot="16200000" flipH="1">
            <a:off x="3262224" y="2674692"/>
            <a:ext cx="468221" cy="20343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カギ線コネクタ 47">
            <a:extLst>
              <a:ext uri="{FF2B5EF4-FFF2-40B4-BE49-F238E27FC236}">
                <a16:creationId xmlns:a16="http://schemas.microsoft.com/office/drawing/2014/main" id="{F4D739A1-882E-A583-504D-EAF9ADD65900}"/>
              </a:ext>
            </a:extLst>
          </p:cNvPr>
          <p:cNvCxnSpPr>
            <a:cxnSpLocks/>
          </p:cNvCxnSpPr>
          <p:nvPr/>
        </p:nvCxnSpPr>
        <p:spPr>
          <a:xfrm rot="5400000">
            <a:off x="5945660" y="2240951"/>
            <a:ext cx="240522" cy="8117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カギ線コネクタ 48">
            <a:extLst>
              <a:ext uri="{FF2B5EF4-FFF2-40B4-BE49-F238E27FC236}">
                <a16:creationId xmlns:a16="http://schemas.microsoft.com/office/drawing/2014/main" id="{798A0ED5-BF2C-E051-816D-209526BCA166}"/>
              </a:ext>
            </a:extLst>
          </p:cNvPr>
          <p:cNvCxnSpPr/>
          <p:nvPr/>
        </p:nvCxnSpPr>
        <p:spPr>
          <a:xfrm rot="16200000" flipH="1">
            <a:off x="6773961" y="2229959"/>
            <a:ext cx="240522" cy="84483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49">
            <a:extLst>
              <a:ext uri="{FF2B5EF4-FFF2-40B4-BE49-F238E27FC236}">
                <a16:creationId xmlns:a16="http://schemas.microsoft.com/office/drawing/2014/main" id="{463AA3FB-6BE3-A2AD-32F3-91738C122547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3746331" y="3158867"/>
            <a:ext cx="0" cy="2367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カギ線コネクタ 54">
            <a:extLst>
              <a:ext uri="{FF2B5EF4-FFF2-40B4-BE49-F238E27FC236}">
                <a16:creationId xmlns:a16="http://schemas.microsoft.com/office/drawing/2014/main" id="{90D533DE-5A1F-3CB4-3520-D86B5FFAACEE}"/>
              </a:ext>
            </a:extLst>
          </p:cNvPr>
          <p:cNvCxnSpPr>
            <a:cxnSpLocks/>
            <a:endCxn id="24" idx="2"/>
          </p:cNvCxnSpPr>
          <p:nvPr/>
        </p:nvCxnSpPr>
        <p:spPr>
          <a:xfrm rot="16200000" flipH="1">
            <a:off x="3100325" y="3934252"/>
            <a:ext cx="657555" cy="209655"/>
          </a:xfrm>
          <a:prstGeom prst="bentConnector2">
            <a:avLst/>
          </a:prstGeom>
          <a:ln>
            <a:solidFill>
              <a:schemeClr val="accent2"/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カギ線コネクタ 56">
            <a:extLst>
              <a:ext uri="{FF2B5EF4-FFF2-40B4-BE49-F238E27FC236}">
                <a16:creationId xmlns:a16="http://schemas.microsoft.com/office/drawing/2014/main" id="{102D32C9-6730-8DC3-9E61-3054F5B9CA0C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 rot="5400000">
            <a:off x="5867837" y="3514653"/>
            <a:ext cx="410836" cy="811769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カギ線コネクタ 57">
            <a:extLst>
              <a:ext uri="{FF2B5EF4-FFF2-40B4-BE49-F238E27FC236}">
                <a16:creationId xmlns:a16="http://schemas.microsoft.com/office/drawing/2014/main" id="{AC7DFB58-ED02-43F6-4AA1-EC474AAC5D20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rot="16200000" flipH="1">
            <a:off x="6717762" y="3476495"/>
            <a:ext cx="399260" cy="876507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58">
            <a:extLst>
              <a:ext uri="{FF2B5EF4-FFF2-40B4-BE49-F238E27FC236}">
                <a16:creationId xmlns:a16="http://schemas.microsoft.com/office/drawing/2014/main" id="{D12485CE-4460-D1B2-6017-2045A4DB8C9F}"/>
              </a:ext>
            </a:extLst>
          </p:cNvPr>
          <p:cNvCxnSpPr>
            <a:cxnSpLocks/>
            <a:stCxn id="24" idx="4"/>
            <a:endCxn id="18" idx="0"/>
          </p:cNvCxnSpPr>
          <p:nvPr/>
        </p:nvCxnSpPr>
        <p:spPr>
          <a:xfrm>
            <a:off x="3682211" y="4516206"/>
            <a:ext cx="2204" cy="293207"/>
          </a:xfrm>
          <a:prstGeom prst="straightConnector1">
            <a:avLst/>
          </a:prstGeom>
          <a:ln>
            <a:solidFill>
              <a:schemeClr val="accent2"/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59">
            <a:extLst>
              <a:ext uri="{FF2B5EF4-FFF2-40B4-BE49-F238E27FC236}">
                <a16:creationId xmlns:a16="http://schemas.microsoft.com/office/drawing/2014/main" id="{804517DA-679A-1832-3A10-7C6A7E7C7519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400208" y="5020934"/>
            <a:ext cx="1310821" cy="8201"/>
          </a:xfrm>
          <a:prstGeom prst="straightConnector1">
            <a:avLst/>
          </a:prstGeom>
          <a:ln>
            <a:solidFill>
              <a:schemeClr val="accent2"/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カギ線コネクタ 60">
            <a:extLst>
              <a:ext uri="{FF2B5EF4-FFF2-40B4-BE49-F238E27FC236}">
                <a16:creationId xmlns:a16="http://schemas.microsoft.com/office/drawing/2014/main" id="{998A588D-D22D-ACEE-61F0-E2C2A2BEBBB4}"/>
              </a:ext>
            </a:extLst>
          </p:cNvPr>
          <p:cNvCxnSpPr>
            <a:cxnSpLocks/>
          </p:cNvCxnSpPr>
          <p:nvPr/>
        </p:nvCxnSpPr>
        <p:spPr>
          <a:xfrm rot="5400000">
            <a:off x="5945659" y="4898843"/>
            <a:ext cx="240522" cy="81176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カギ線コネクタ 61">
            <a:extLst>
              <a:ext uri="{FF2B5EF4-FFF2-40B4-BE49-F238E27FC236}">
                <a16:creationId xmlns:a16="http://schemas.microsoft.com/office/drawing/2014/main" id="{45893316-5AA8-7718-B9BD-DF4C9B722B85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81295" y="4878554"/>
            <a:ext cx="240522" cy="844835"/>
          </a:xfrm>
          <a:prstGeom prst="bentConnector3">
            <a:avLst/>
          </a:prstGeom>
          <a:ln>
            <a:solidFill>
              <a:schemeClr val="accent2"/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角丸四角形 62">
            <a:extLst>
              <a:ext uri="{FF2B5EF4-FFF2-40B4-BE49-F238E27FC236}">
                <a16:creationId xmlns:a16="http://schemas.microsoft.com/office/drawing/2014/main" id="{56427783-24EF-FDCA-CAA4-9C02D4945A1A}"/>
              </a:ext>
            </a:extLst>
          </p:cNvPr>
          <p:cNvSpPr/>
          <p:nvPr/>
        </p:nvSpPr>
        <p:spPr>
          <a:xfrm>
            <a:off x="2616200" y="3837614"/>
            <a:ext cx="5842000" cy="2829886"/>
          </a:xfrm>
          <a:prstGeom prst="roundRect">
            <a:avLst/>
          </a:prstGeom>
          <a:noFill/>
          <a:ln w="28575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65">
            <a:extLst>
              <a:ext uri="{FF2B5EF4-FFF2-40B4-BE49-F238E27FC236}">
                <a16:creationId xmlns:a16="http://schemas.microsoft.com/office/drawing/2014/main" id="{FDB057D0-4F60-EC90-D13F-ED91716AAFEF}"/>
              </a:ext>
            </a:extLst>
          </p:cNvPr>
          <p:cNvSpPr txBox="1"/>
          <p:nvPr/>
        </p:nvSpPr>
        <p:spPr>
          <a:xfrm>
            <a:off x="3682211" y="1854223"/>
            <a:ext cx="10038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with GPR</a:t>
            </a:r>
            <a:endParaRPr kumimoji="1" lang="ja-JP" alt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テキスト ボックス 70">
            <a:extLst>
              <a:ext uri="{FF2B5EF4-FFF2-40B4-BE49-F238E27FC236}">
                <a16:creationId xmlns:a16="http://schemas.microsoft.com/office/drawing/2014/main" id="{05F43BB1-027C-4CF0-0CBD-CFE99E2FCE6D}"/>
              </a:ext>
            </a:extLst>
          </p:cNvPr>
          <p:cNvSpPr txBox="1"/>
          <p:nvPr/>
        </p:nvSpPr>
        <p:spPr>
          <a:xfrm>
            <a:off x="3675882" y="4486825"/>
            <a:ext cx="10038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with GPR</a:t>
            </a:r>
            <a:endParaRPr kumimoji="1" lang="ja-JP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テキスト ボックス 71">
            <a:extLst>
              <a:ext uri="{FF2B5EF4-FFF2-40B4-BE49-F238E27FC236}">
                <a16:creationId xmlns:a16="http://schemas.microsoft.com/office/drawing/2014/main" id="{8F9F5163-2E66-CC64-1038-06F2F8D991F6}"/>
              </a:ext>
            </a:extLst>
          </p:cNvPr>
          <p:cNvSpPr txBox="1"/>
          <p:nvPr/>
        </p:nvSpPr>
        <p:spPr>
          <a:xfrm>
            <a:off x="3758722" y="3125568"/>
            <a:ext cx="10038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with GPR</a:t>
            </a:r>
            <a:endParaRPr kumimoji="1" lang="ja-JP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テキスト ボックス 73">
            <a:extLst>
              <a:ext uri="{FF2B5EF4-FFF2-40B4-BE49-F238E27FC236}">
                <a16:creationId xmlns:a16="http://schemas.microsoft.com/office/drawing/2014/main" id="{1D5AA01D-78AB-080D-D7AD-560EE153B81F}"/>
              </a:ext>
            </a:extLst>
          </p:cNvPr>
          <p:cNvSpPr txBox="1"/>
          <p:nvPr/>
        </p:nvSpPr>
        <p:spPr>
          <a:xfrm>
            <a:off x="4762523" y="2106371"/>
            <a:ext cx="5421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endParaRPr kumimoji="1" lang="ja-JP" alt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テキスト ボックス 74">
            <a:extLst>
              <a:ext uri="{FF2B5EF4-FFF2-40B4-BE49-F238E27FC236}">
                <a16:creationId xmlns:a16="http://schemas.microsoft.com/office/drawing/2014/main" id="{4AA78BBE-D0F1-A2E7-482F-29D8650A217F}"/>
              </a:ext>
            </a:extLst>
          </p:cNvPr>
          <p:cNvSpPr txBox="1"/>
          <p:nvPr/>
        </p:nvSpPr>
        <p:spPr>
          <a:xfrm>
            <a:off x="4762523" y="3296079"/>
            <a:ext cx="5421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endParaRPr kumimoji="1" lang="ja-JP" alt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テキスト ボックス 76">
            <a:extLst>
              <a:ext uri="{FF2B5EF4-FFF2-40B4-BE49-F238E27FC236}">
                <a16:creationId xmlns:a16="http://schemas.microsoft.com/office/drawing/2014/main" id="{D2512B44-8D44-E48C-D207-BC3026D434FE}"/>
              </a:ext>
            </a:extLst>
          </p:cNvPr>
          <p:cNvSpPr txBox="1"/>
          <p:nvPr/>
        </p:nvSpPr>
        <p:spPr>
          <a:xfrm>
            <a:off x="4775660" y="4677888"/>
            <a:ext cx="5421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endParaRPr kumimoji="1" lang="ja-JP" alt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線矢印コネクタ 38">
            <a:extLst>
              <a:ext uri="{FF2B5EF4-FFF2-40B4-BE49-F238E27FC236}">
                <a16:creationId xmlns:a16="http://schemas.microsoft.com/office/drawing/2014/main" id="{12A5BF21-EDF1-6DBF-FB16-BD0068671AE4}"/>
              </a:ext>
            </a:extLst>
          </p:cNvPr>
          <p:cNvCxnSpPr>
            <a:cxnSpLocks/>
            <a:stCxn id="13" idx="1"/>
            <a:endCxn id="23" idx="6"/>
          </p:cNvCxnSpPr>
          <p:nvPr/>
        </p:nvCxnSpPr>
        <p:spPr>
          <a:xfrm flipH="1">
            <a:off x="3894612" y="2996822"/>
            <a:ext cx="1056964" cy="136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1">
            <a:extLst>
              <a:ext uri="{FF2B5EF4-FFF2-40B4-BE49-F238E27FC236}">
                <a16:creationId xmlns:a16="http://schemas.microsoft.com/office/drawing/2014/main" id="{8043A6C5-4278-C822-A894-2EA0B2883306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4411597" y="3552976"/>
            <a:ext cx="1299432" cy="48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81">
            <a:extLst>
              <a:ext uri="{FF2B5EF4-FFF2-40B4-BE49-F238E27FC236}">
                <a16:creationId xmlns:a16="http://schemas.microsoft.com/office/drawing/2014/main" id="{650A8C61-465A-60AE-E5CA-7EEE0A052F91}"/>
              </a:ext>
            </a:extLst>
          </p:cNvPr>
          <p:cNvCxnSpPr>
            <a:cxnSpLocks/>
            <a:stCxn id="17" idx="1"/>
            <a:endCxn id="24" idx="6"/>
          </p:cNvCxnSpPr>
          <p:nvPr/>
        </p:nvCxnSpPr>
        <p:spPr>
          <a:xfrm flipH="1">
            <a:off x="3830492" y="4363754"/>
            <a:ext cx="1121084" cy="4104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テキスト ボックス 19">
            <a:extLst>
              <a:ext uri="{FF2B5EF4-FFF2-40B4-BE49-F238E27FC236}">
                <a16:creationId xmlns:a16="http://schemas.microsoft.com/office/drawing/2014/main" id="{0E5BC189-141A-60E9-0DD0-12C8C1C68FF2}"/>
              </a:ext>
            </a:extLst>
          </p:cNvPr>
          <p:cNvSpPr txBox="1"/>
          <p:nvPr/>
        </p:nvSpPr>
        <p:spPr>
          <a:xfrm>
            <a:off x="783771" y="435429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Phase 1</a:t>
            </a:r>
            <a:endParaRPr kumimoji="1" lang="ja-JP" altLang="en-US" dirty="0"/>
          </a:p>
        </p:txBody>
      </p:sp>
      <p:cxnSp>
        <p:nvCxnSpPr>
          <p:cNvPr id="58" name="カギ線コネクタ 32">
            <a:extLst>
              <a:ext uri="{FF2B5EF4-FFF2-40B4-BE49-F238E27FC236}">
                <a16:creationId xmlns:a16="http://schemas.microsoft.com/office/drawing/2014/main" id="{63CF2EEC-F2F4-92A4-4B6C-191FDADA9F0B}"/>
              </a:ext>
            </a:extLst>
          </p:cNvPr>
          <p:cNvCxnSpPr>
            <a:cxnSpLocks/>
            <a:stCxn id="7" idx="2"/>
            <a:endCxn id="27" idx="6"/>
          </p:cNvCxnSpPr>
          <p:nvPr/>
        </p:nvCxnSpPr>
        <p:spPr>
          <a:xfrm rot="5400000">
            <a:off x="4953114" y="153243"/>
            <a:ext cx="404308" cy="264955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2" name="テキスト ボックス 71">
            <a:extLst>
              <a:ext uri="{FF2B5EF4-FFF2-40B4-BE49-F238E27FC236}">
                <a16:creationId xmlns:a16="http://schemas.microsoft.com/office/drawing/2014/main" id="{CC7731D7-BBB8-6C9D-B9BC-FA7FEF71D259}"/>
              </a:ext>
            </a:extLst>
          </p:cNvPr>
          <p:cNvSpPr txBox="1"/>
          <p:nvPr/>
        </p:nvSpPr>
        <p:spPr>
          <a:xfrm>
            <a:off x="4191174" y="2724147"/>
            <a:ext cx="2832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ja-JP" sz="1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ja-JP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テキスト ボックス 71">
            <a:extLst>
              <a:ext uri="{FF2B5EF4-FFF2-40B4-BE49-F238E27FC236}">
                <a16:creationId xmlns:a16="http://schemas.microsoft.com/office/drawing/2014/main" id="{B66B659F-3E19-3EB6-25AC-392CE969F9EA}"/>
              </a:ext>
            </a:extLst>
          </p:cNvPr>
          <p:cNvSpPr txBox="1"/>
          <p:nvPr/>
        </p:nvSpPr>
        <p:spPr>
          <a:xfrm>
            <a:off x="4036160" y="4111744"/>
            <a:ext cx="2832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ja-JP" sz="1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ja-JP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04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D9970-6EF7-42E4-2009-6910D71EB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2">
            <a:extLst>
              <a:ext uri="{FF2B5EF4-FFF2-40B4-BE49-F238E27FC236}">
                <a16:creationId xmlns:a16="http://schemas.microsoft.com/office/drawing/2014/main" id="{AFC28485-8F28-1574-E705-449ED282175B}"/>
              </a:ext>
            </a:extLst>
          </p:cNvPr>
          <p:cNvSpPr/>
          <p:nvPr/>
        </p:nvSpPr>
        <p:spPr>
          <a:xfrm>
            <a:off x="1685188" y="141527"/>
            <a:ext cx="2280063" cy="5222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FPGA Dataset</a:t>
            </a:r>
            <a:endParaRPr kumimoji="1" lang="ja-JP" altLang="en-US" sz="10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正方形/長方形 3">
            <a:extLst>
              <a:ext uri="{FF2B5EF4-FFF2-40B4-BE49-F238E27FC236}">
                <a16:creationId xmlns:a16="http://schemas.microsoft.com/office/drawing/2014/main" id="{4261875B-1D3F-A417-3E28-06C8CB190743}"/>
              </a:ext>
            </a:extLst>
          </p:cNvPr>
          <p:cNvSpPr/>
          <p:nvPr/>
        </p:nvSpPr>
        <p:spPr>
          <a:xfrm>
            <a:off x="581370" y="1016117"/>
            <a:ext cx="1431587" cy="3146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n% Random data</a:t>
            </a:r>
            <a:endParaRPr kumimoji="1" lang="ja-JP" altLang="en-US" sz="10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正方形/長方形 4">
            <a:extLst>
              <a:ext uri="{FF2B5EF4-FFF2-40B4-BE49-F238E27FC236}">
                <a16:creationId xmlns:a16="http://schemas.microsoft.com/office/drawing/2014/main" id="{1B456C29-A1BE-769F-54E1-53F057738683}"/>
              </a:ext>
            </a:extLst>
          </p:cNvPr>
          <p:cNvSpPr/>
          <p:nvPr/>
        </p:nvSpPr>
        <p:spPr>
          <a:xfrm>
            <a:off x="3349733" y="1010182"/>
            <a:ext cx="1536220" cy="3146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(100-n)% unpredicted data</a:t>
            </a:r>
            <a:endParaRPr kumimoji="1" lang="ja-JP" altLang="en-US" sz="10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正方形/長方形 7">
            <a:extLst>
              <a:ext uri="{FF2B5EF4-FFF2-40B4-BE49-F238E27FC236}">
                <a16:creationId xmlns:a16="http://schemas.microsoft.com/office/drawing/2014/main" id="{8F259C18-038B-87AD-D4D7-0F9100380A8E}"/>
              </a:ext>
            </a:extLst>
          </p:cNvPr>
          <p:cNvSpPr/>
          <p:nvPr/>
        </p:nvSpPr>
        <p:spPr>
          <a:xfrm>
            <a:off x="605122" y="2273623"/>
            <a:ext cx="1431587" cy="3146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trained Model</a:t>
            </a:r>
          </a:p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kumimoji="1" lang="en-US" altLang="ja-JP" sz="1000" b="1" baseline="-250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=(n% data)</a:t>
            </a:r>
            <a:endParaRPr kumimoji="1" lang="ja-JP" altLang="en-US" sz="10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正方形/長方形 8">
            <a:extLst>
              <a:ext uri="{FF2B5EF4-FFF2-40B4-BE49-F238E27FC236}">
                <a16:creationId xmlns:a16="http://schemas.microsoft.com/office/drawing/2014/main" id="{602AF367-7C2D-C9D5-F1B5-6F158F4EAD09}"/>
              </a:ext>
            </a:extLst>
          </p:cNvPr>
          <p:cNvSpPr/>
          <p:nvPr/>
        </p:nvSpPr>
        <p:spPr>
          <a:xfrm>
            <a:off x="3348829" y="2268300"/>
            <a:ext cx="1536220" cy="3146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(100-n)% predicted data</a:t>
            </a:r>
            <a:endParaRPr kumimoji="1" lang="ja-JP" altLang="en-US" sz="10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正方形/長方形 9">
            <a:extLst>
              <a:ext uri="{FF2B5EF4-FFF2-40B4-BE49-F238E27FC236}">
                <a16:creationId xmlns:a16="http://schemas.microsoft.com/office/drawing/2014/main" id="{7A12F39A-F0A8-DEDA-9887-A8774E238C74}"/>
              </a:ext>
            </a:extLst>
          </p:cNvPr>
          <p:cNvSpPr/>
          <p:nvPr/>
        </p:nvSpPr>
        <p:spPr>
          <a:xfrm>
            <a:off x="4277652" y="2813810"/>
            <a:ext cx="1431587" cy="4647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Remaining data</a:t>
            </a:r>
            <a:endParaRPr kumimoji="1" lang="ja-JP" altLang="en-US" sz="1000" b="1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正方形/長方形 10">
            <a:extLst>
              <a:ext uri="{FF2B5EF4-FFF2-40B4-BE49-F238E27FC236}">
                <a16:creationId xmlns:a16="http://schemas.microsoft.com/office/drawing/2014/main" id="{2E655FAB-E0D9-7779-18FC-E04CF9DEB75D}"/>
              </a:ext>
            </a:extLst>
          </p:cNvPr>
          <p:cNvSpPr/>
          <p:nvPr/>
        </p:nvSpPr>
        <p:spPr>
          <a:xfrm>
            <a:off x="2589376" y="2813028"/>
            <a:ext cx="1431587" cy="4655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it-IT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 aggregation</a:t>
            </a:r>
          </a:p>
          <a:p>
            <a:pPr algn="ctr"/>
            <a:r>
              <a:rPr kumimoji="1" lang="it-IT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 = α · Similarity + </a:t>
            </a:r>
            <a:r>
              <a:rPr kumimoji="1" lang="el-GR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kumimoji="1" lang="it-IT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Variance</a:t>
            </a:r>
            <a:endParaRPr kumimoji="1" lang="ja-JP" altLang="en-US" sz="10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正方形/長方形 11">
            <a:extLst>
              <a:ext uri="{FF2B5EF4-FFF2-40B4-BE49-F238E27FC236}">
                <a16:creationId xmlns:a16="http://schemas.microsoft.com/office/drawing/2014/main" id="{52E1F08E-DEF5-AC2A-20EB-11BD4D9D7CA3}"/>
              </a:ext>
            </a:extLst>
          </p:cNvPr>
          <p:cNvSpPr/>
          <p:nvPr/>
        </p:nvSpPr>
        <p:spPr>
          <a:xfrm>
            <a:off x="617810" y="3444621"/>
            <a:ext cx="1431587" cy="3146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 Trained Model</a:t>
            </a:r>
          </a:p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kumimoji="1" lang="en-US" altLang="ja-JP" sz="1000" b="1" baseline="-250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=(n+s</a:t>
            </a:r>
            <a:r>
              <a:rPr kumimoji="1" lang="en-US" altLang="ja-JP" sz="1000" b="1" baseline="-250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data)</a:t>
            </a:r>
            <a:endParaRPr kumimoji="1" lang="ja-JP" altLang="en-US" sz="10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正方形/長方形 12">
            <a:extLst>
              <a:ext uri="{FF2B5EF4-FFF2-40B4-BE49-F238E27FC236}">
                <a16:creationId xmlns:a16="http://schemas.microsoft.com/office/drawing/2014/main" id="{B17F72A9-FA7A-8F7D-24DF-1CD6A518FA43}"/>
              </a:ext>
            </a:extLst>
          </p:cNvPr>
          <p:cNvSpPr/>
          <p:nvPr/>
        </p:nvSpPr>
        <p:spPr>
          <a:xfrm>
            <a:off x="3348829" y="3449437"/>
            <a:ext cx="1536220" cy="3146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{100-(n+s</a:t>
            </a:r>
            <a:r>
              <a:rPr kumimoji="1" lang="en-US" altLang="ja-JP" sz="1000" b="1" baseline="-250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)}% predicted data</a:t>
            </a:r>
            <a:endParaRPr kumimoji="1" lang="ja-JP" altLang="en-US" sz="10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正方形/長方形 13">
            <a:extLst>
              <a:ext uri="{FF2B5EF4-FFF2-40B4-BE49-F238E27FC236}">
                <a16:creationId xmlns:a16="http://schemas.microsoft.com/office/drawing/2014/main" id="{8C482A92-0ACD-EC4C-C3EB-AC50435DCCF0}"/>
              </a:ext>
            </a:extLst>
          </p:cNvPr>
          <p:cNvSpPr/>
          <p:nvPr/>
        </p:nvSpPr>
        <p:spPr>
          <a:xfrm>
            <a:off x="4277652" y="4163351"/>
            <a:ext cx="1431587" cy="4871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Remaining data</a:t>
            </a:r>
            <a:endParaRPr kumimoji="1" lang="ja-JP" altLang="en-US" sz="1000" b="1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正方形/長方形 14">
            <a:extLst>
              <a:ext uri="{FF2B5EF4-FFF2-40B4-BE49-F238E27FC236}">
                <a16:creationId xmlns:a16="http://schemas.microsoft.com/office/drawing/2014/main" id="{CC8645E0-AC36-914F-F083-8C1CF518EACE}"/>
              </a:ext>
            </a:extLst>
          </p:cNvPr>
          <p:cNvSpPr/>
          <p:nvPr/>
        </p:nvSpPr>
        <p:spPr>
          <a:xfrm>
            <a:off x="2589376" y="4174927"/>
            <a:ext cx="1431587" cy="4755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it-IT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 aggregation</a:t>
            </a:r>
          </a:p>
          <a:p>
            <a:pPr algn="ctr"/>
            <a:r>
              <a:rPr kumimoji="1" lang="it-IT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 = α · Similarity +  </a:t>
            </a:r>
            <a:r>
              <a:rPr kumimoji="1" lang="el-GR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kumimoji="1" lang="it-IT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· Variance</a:t>
            </a:r>
            <a:endParaRPr kumimoji="1" lang="ja-JP" altLang="en-US" sz="10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正方形/長方形 15">
                <a:extLst>
                  <a:ext uri="{FF2B5EF4-FFF2-40B4-BE49-F238E27FC236}">
                    <a16:creationId xmlns:a16="http://schemas.microsoft.com/office/drawing/2014/main" id="{9FC30D7C-EE62-7C80-0B98-75BC440BC855}"/>
                  </a:ext>
                </a:extLst>
              </p:cNvPr>
              <p:cNvSpPr/>
              <p:nvPr/>
            </p:nvSpPr>
            <p:spPr>
              <a:xfrm>
                <a:off x="606421" y="4858385"/>
                <a:ext cx="1431587" cy="439443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10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0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kumimoji="1" lang="en-US" altLang="ja-JP" sz="10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10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kumimoji="1" lang="en-US" altLang="ja-JP" sz="1000" b="1" dirty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Trained Model</a:t>
                </a:r>
              </a:p>
              <a:p>
                <a:pPr algn="ctr"/>
                <a:r>
                  <a:rPr kumimoji="1" lang="en-US" altLang="ja-JP" sz="1000" b="1" dirty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kumimoji="1" lang="en-US" altLang="ja-JP" sz="1000" b="1" baseline="-25000" dirty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kumimoji="1" lang="en-US" altLang="ja-JP" sz="1000" b="1" dirty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=(n+s</a:t>
                </a:r>
                <a:r>
                  <a:rPr kumimoji="1" lang="en-US" altLang="ja-JP" sz="1000" b="1" baseline="-25000" dirty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kumimoji="1" lang="en-US" altLang="ja-JP" sz="1000" b="1" dirty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+s</a:t>
                </a:r>
                <a:r>
                  <a:rPr kumimoji="1" lang="en-US" altLang="ja-JP" sz="1000" b="1" baseline="-25000" dirty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 </a:t>
                </a:r>
                <a:r>
                  <a:rPr kumimoji="1" lang="en-US" altLang="ja-JP" sz="1000" b="1" dirty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+</a:t>
                </a:r>
                <a:r>
                  <a:rPr kumimoji="1" lang="en-US" altLang="ja-JP" sz="1000" b="1" dirty="0" err="1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kumimoji="1" lang="en-US" altLang="ja-JP" sz="1000" b="1" baseline="-25000" dirty="0" err="1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kumimoji="1" lang="en-US" altLang="ja-JP" sz="1000" b="1" baseline="-25000" dirty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kumimoji="1" lang="en-US" altLang="ja-JP" sz="1000" b="1" dirty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% data)</a:t>
                </a:r>
                <a:endParaRPr kumimoji="1" lang="ja-JP" altLang="en-US" sz="1000" b="1" dirty="0">
                  <a:solidFill>
                    <a:sysClr val="windowText" lastClr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8" name="正方形/長方形 15">
                <a:extLst>
                  <a:ext uri="{FF2B5EF4-FFF2-40B4-BE49-F238E27FC236}">
                    <a16:creationId xmlns:a16="http://schemas.microsoft.com/office/drawing/2014/main" id="{9FC30D7C-EE62-7C80-0B98-75BC440BC8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21" y="4858385"/>
                <a:ext cx="1431587" cy="439443"/>
              </a:xfrm>
              <a:prstGeom prst="rect">
                <a:avLst/>
              </a:prstGeom>
              <a:blipFill>
                <a:blip r:embed="rId3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正方形/長方形 16">
            <a:extLst>
              <a:ext uri="{FF2B5EF4-FFF2-40B4-BE49-F238E27FC236}">
                <a16:creationId xmlns:a16="http://schemas.microsoft.com/office/drawing/2014/main" id="{1EBDD678-D31B-1C74-3A1B-14AA03D51830}"/>
              </a:ext>
            </a:extLst>
          </p:cNvPr>
          <p:cNvSpPr/>
          <p:nvPr/>
        </p:nvSpPr>
        <p:spPr>
          <a:xfrm>
            <a:off x="3348829" y="4912579"/>
            <a:ext cx="1536220" cy="3146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{100-(n+s</a:t>
            </a:r>
            <a:r>
              <a:rPr kumimoji="1" lang="en-US" altLang="ja-JP" sz="1000" b="1" baseline="-250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+s</a:t>
            </a:r>
            <a:r>
              <a:rPr kumimoji="1" lang="en-US" altLang="ja-JP" sz="1000" b="1" baseline="-250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+s</a:t>
            </a:r>
            <a:r>
              <a:rPr kumimoji="1" lang="en-US" altLang="ja-JP" sz="1000" b="1" baseline="-250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)}% predicted data</a:t>
            </a:r>
            <a:endParaRPr kumimoji="1" lang="ja-JP" altLang="en-US" sz="10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正方形/長方形 17">
            <a:extLst>
              <a:ext uri="{FF2B5EF4-FFF2-40B4-BE49-F238E27FC236}">
                <a16:creationId xmlns:a16="http://schemas.microsoft.com/office/drawing/2014/main" id="{19501D46-A760-E25C-8BF2-F49FF0C02E20}"/>
              </a:ext>
            </a:extLst>
          </p:cNvPr>
          <p:cNvSpPr/>
          <p:nvPr/>
        </p:nvSpPr>
        <p:spPr>
          <a:xfrm>
            <a:off x="4277652" y="5456305"/>
            <a:ext cx="1431587" cy="45438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Remaining data</a:t>
            </a:r>
            <a:endParaRPr kumimoji="1" lang="ja-JP" altLang="en-US" sz="1000" b="1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正方形/長方形 18">
            <a:extLst>
              <a:ext uri="{FF2B5EF4-FFF2-40B4-BE49-F238E27FC236}">
                <a16:creationId xmlns:a16="http://schemas.microsoft.com/office/drawing/2014/main" id="{DAC2BB4F-8F85-09E9-9C20-756C58E1F9C4}"/>
              </a:ext>
            </a:extLst>
          </p:cNvPr>
          <p:cNvSpPr/>
          <p:nvPr/>
        </p:nvSpPr>
        <p:spPr>
          <a:xfrm>
            <a:off x="2589376" y="5459674"/>
            <a:ext cx="1431587" cy="4599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it-IT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 aggregation</a:t>
            </a:r>
          </a:p>
          <a:p>
            <a:pPr algn="ctr"/>
            <a:r>
              <a:rPr kumimoji="1" lang="it-IT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 = α · Similarity +</a:t>
            </a:r>
            <a:r>
              <a:rPr kumimoji="1" lang="el-GR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kumimoji="1" lang="it-IT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· Variance</a:t>
            </a:r>
            <a:endParaRPr kumimoji="1" lang="ja-JP" altLang="en-US" sz="10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円/楕円 22">
            <a:extLst>
              <a:ext uri="{FF2B5EF4-FFF2-40B4-BE49-F238E27FC236}">
                <a16:creationId xmlns:a16="http://schemas.microsoft.com/office/drawing/2014/main" id="{37075B73-6B1E-DEE7-145D-9AB5B922D6B0}"/>
              </a:ext>
            </a:extLst>
          </p:cNvPr>
          <p:cNvSpPr/>
          <p:nvPr/>
        </p:nvSpPr>
        <p:spPr>
          <a:xfrm>
            <a:off x="1235850" y="2911143"/>
            <a:ext cx="296562" cy="2966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endParaRPr kumimoji="1" lang="ja-JP" alt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円/楕円 24">
            <a:extLst>
              <a:ext uri="{FF2B5EF4-FFF2-40B4-BE49-F238E27FC236}">
                <a16:creationId xmlns:a16="http://schemas.microsoft.com/office/drawing/2014/main" id="{A2C151AA-4312-5E6E-6CBF-A8E502A24FF2}"/>
              </a:ext>
            </a:extLst>
          </p:cNvPr>
          <p:cNvSpPr/>
          <p:nvPr/>
        </p:nvSpPr>
        <p:spPr>
          <a:xfrm>
            <a:off x="1171730" y="4268482"/>
            <a:ext cx="296562" cy="2966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endParaRPr kumimoji="1" lang="ja-JP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カギ線コネクタ 26">
            <a:extLst>
              <a:ext uri="{FF2B5EF4-FFF2-40B4-BE49-F238E27FC236}">
                <a16:creationId xmlns:a16="http://schemas.microsoft.com/office/drawing/2014/main" id="{E7D439F8-220A-8407-B652-7F3CC8365308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1885039" y="75936"/>
            <a:ext cx="352306" cy="152805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カギ線コネクタ 29">
            <a:extLst>
              <a:ext uri="{FF2B5EF4-FFF2-40B4-BE49-F238E27FC236}">
                <a16:creationId xmlns:a16="http://schemas.microsoft.com/office/drawing/2014/main" id="{007C9381-4982-6513-4682-6DCF8023D969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16200000" flipH="1">
            <a:off x="3298346" y="190684"/>
            <a:ext cx="346371" cy="1292623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円/楕円 30">
            <a:extLst>
              <a:ext uri="{FF2B5EF4-FFF2-40B4-BE49-F238E27FC236}">
                <a16:creationId xmlns:a16="http://schemas.microsoft.com/office/drawing/2014/main" id="{E4DC0B3D-30EB-5470-9530-13B2A4EF427A}"/>
              </a:ext>
            </a:extLst>
          </p:cNvPr>
          <p:cNvSpPr/>
          <p:nvPr/>
        </p:nvSpPr>
        <p:spPr>
          <a:xfrm>
            <a:off x="1171730" y="1580796"/>
            <a:ext cx="296562" cy="2966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endParaRPr kumimoji="1" lang="ja-JP" alt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8" name="カギ線コネクタ 32">
            <a:extLst>
              <a:ext uri="{FF2B5EF4-FFF2-40B4-BE49-F238E27FC236}">
                <a16:creationId xmlns:a16="http://schemas.microsoft.com/office/drawing/2014/main" id="{84B80390-6E98-C0AF-4CCA-8656E01A355A}"/>
              </a:ext>
            </a:extLst>
          </p:cNvPr>
          <p:cNvCxnSpPr>
            <a:cxnSpLocks/>
            <a:endCxn id="27" idx="2"/>
          </p:cNvCxnSpPr>
          <p:nvPr/>
        </p:nvCxnSpPr>
        <p:spPr>
          <a:xfrm rot="16200000" flipH="1">
            <a:off x="867860" y="1425273"/>
            <a:ext cx="404309" cy="20343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42">
            <a:extLst>
              <a:ext uri="{FF2B5EF4-FFF2-40B4-BE49-F238E27FC236}">
                <a16:creationId xmlns:a16="http://schemas.microsoft.com/office/drawing/2014/main" id="{3F17DC88-1786-99D1-94AD-95D8E9A71381}"/>
              </a:ext>
            </a:extLst>
          </p:cNvPr>
          <p:cNvCxnSpPr>
            <a:stCxn id="27" idx="4"/>
            <a:endCxn id="10" idx="0"/>
          </p:cNvCxnSpPr>
          <p:nvPr/>
        </p:nvCxnSpPr>
        <p:spPr>
          <a:xfrm>
            <a:off x="1320011" y="1877492"/>
            <a:ext cx="905" cy="3961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44">
            <a:extLst>
              <a:ext uri="{FF2B5EF4-FFF2-40B4-BE49-F238E27FC236}">
                <a16:creationId xmlns:a16="http://schemas.microsoft.com/office/drawing/2014/main" id="{9F428052-D8E5-0CC6-1139-EE6FA5606A13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 flipV="1">
            <a:off x="2036709" y="2425627"/>
            <a:ext cx="1312120" cy="53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カギ線コネクタ 45">
            <a:extLst>
              <a:ext uri="{FF2B5EF4-FFF2-40B4-BE49-F238E27FC236}">
                <a16:creationId xmlns:a16="http://schemas.microsoft.com/office/drawing/2014/main" id="{67BB3617-1529-E45F-3C16-0D22746746EA}"/>
              </a:ext>
            </a:extLst>
          </p:cNvPr>
          <p:cNvCxnSpPr>
            <a:cxnSpLocks/>
            <a:endCxn id="23" idx="2"/>
          </p:cNvCxnSpPr>
          <p:nvPr/>
        </p:nvCxnSpPr>
        <p:spPr>
          <a:xfrm rot="16200000" flipH="1">
            <a:off x="900024" y="2723664"/>
            <a:ext cx="468221" cy="20343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カギ線コネクタ 47">
            <a:extLst>
              <a:ext uri="{FF2B5EF4-FFF2-40B4-BE49-F238E27FC236}">
                <a16:creationId xmlns:a16="http://schemas.microsoft.com/office/drawing/2014/main" id="{4DD5A29A-EA09-3716-363D-CFFD7CD536B7}"/>
              </a:ext>
            </a:extLst>
          </p:cNvPr>
          <p:cNvCxnSpPr>
            <a:cxnSpLocks/>
          </p:cNvCxnSpPr>
          <p:nvPr/>
        </p:nvCxnSpPr>
        <p:spPr>
          <a:xfrm rot="5400000">
            <a:off x="3583460" y="2289923"/>
            <a:ext cx="240522" cy="8117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カギ線コネクタ 48">
            <a:extLst>
              <a:ext uri="{FF2B5EF4-FFF2-40B4-BE49-F238E27FC236}">
                <a16:creationId xmlns:a16="http://schemas.microsoft.com/office/drawing/2014/main" id="{7BC1F7BB-459E-AE7D-6A64-4F1ED7666881}"/>
              </a:ext>
            </a:extLst>
          </p:cNvPr>
          <p:cNvCxnSpPr/>
          <p:nvPr/>
        </p:nvCxnSpPr>
        <p:spPr>
          <a:xfrm rot="16200000" flipH="1">
            <a:off x="4411761" y="2278931"/>
            <a:ext cx="240522" cy="84483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49">
            <a:extLst>
              <a:ext uri="{FF2B5EF4-FFF2-40B4-BE49-F238E27FC236}">
                <a16:creationId xmlns:a16="http://schemas.microsoft.com/office/drawing/2014/main" id="{8F822ADA-D4A9-3A75-05C6-E46592A64EDF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1384131" y="3207839"/>
            <a:ext cx="0" cy="2367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カギ線コネクタ 54">
            <a:extLst>
              <a:ext uri="{FF2B5EF4-FFF2-40B4-BE49-F238E27FC236}">
                <a16:creationId xmlns:a16="http://schemas.microsoft.com/office/drawing/2014/main" id="{C57C40A6-0E55-321E-BF88-8D3498EDF763}"/>
              </a:ext>
            </a:extLst>
          </p:cNvPr>
          <p:cNvCxnSpPr>
            <a:cxnSpLocks/>
            <a:endCxn id="24" idx="2"/>
          </p:cNvCxnSpPr>
          <p:nvPr/>
        </p:nvCxnSpPr>
        <p:spPr>
          <a:xfrm rot="16200000" flipH="1">
            <a:off x="738125" y="3983224"/>
            <a:ext cx="657555" cy="209655"/>
          </a:xfrm>
          <a:prstGeom prst="bentConnector2">
            <a:avLst/>
          </a:prstGeom>
          <a:ln>
            <a:solidFill>
              <a:schemeClr val="accent2"/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カギ線コネクタ 56">
            <a:extLst>
              <a:ext uri="{FF2B5EF4-FFF2-40B4-BE49-F238E27FC236}">
                <a16:creationId xmlns:a16="http://schemas.microsoft.com/office/drawing/2014/main" id="{B411C1BB-50A9-ED1E-D533-B9DF8E38A64F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 rot="5400000">
            <a:off x="3505637" y="3563625"/>
            <a:ext cx="410836" cy="811769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カギ線コネクタ 57">
            <a:extLst>
              <a:ext uri="{FF2B5EF4-FFF2-40B4-BE49-F238E27FC236}">
                <a16:creationId xmlns:a16="http://schemas.microsoft.com/office/drawing/2014/main" id="{2B878B70-E568-CDD5-24C2-B36FC9A04D69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rot="16200000" flipH="1">
            <a:off x="4355562" y="3525467"/>
            <a:ext cx="399260" cy="876507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58">
            <a:extLst>
              <a:ext uri="{FF2B5EF4-FFF2-40B4-BE49-F238E27FC236}">
                <a16:creationId xmlns:a16="http://schemas.microsoft.com/office/drawing/2014/main" id="{80DBDC4F-6B57-E7B3-37F4-3190A09055B0}"/>
              </a:ext>
            </a:extLst>
          </p:cNvPr>
          <p:cNvCxnSpPr>
            <a:cxnSpLocks/>
            <a:stCxn id="24" idx="4"/>
            <a:endCxn id="18" idx="0"/>
          </p:cNvCxnSpPr>
          <p:nvPr/>
        </p:nvCxnSpPr>
        <p:spPr>
          <a:xfrm>
            <a:off x="1320011" y="4565178"/>
            <a:ext cx="2204" cy="293207"/>
          </a:xfrm>
          <a:prstGeom prst="straightConnector1">
            <a:avLst/>
          </a:prstGeom>
          <a:ln>
            <a:solidFill>
              <a:schemeClr val="accent2"/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59">
            <a:extLst>
              <a:ext uri="{FF2B5EF4-FFF2-40B4-BE49-F238E27FC236}">
                <a16:creationId xmlns:a16="http://schemas.microsoft.com/office/drawing/2014/main" id="{9D4CF11D-D136-1BE7-23D4-B6E63259F10A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2038008" y="5069906"/>
            <a:ext cx="1310821" cy="8201"/>
          </a:xfrm>
          <a:prstGeom prst="straightConnector1">
            <a:avLst/>
          </a:prstGeom>
          <a:ln>
            <a:solidFill>
              <a:schemeClr val="accent2"/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カギ線コネクタ 60">
            <a:extLst>
              <a:ext uri="{FF2B5EF4-FFF2-40B4-BE49-F238E27FC236}">
                <a16:creationId xmlns:a16="http://schemas.microsoft.com/office/drawing/2014/main" id="{88A96969-9FA3-1DE9-4680-079F560C986A}"/>
              </a:ext>
            </a:extLst>
          </p:cNvPr>
          <p:cNvCxnSpPr>
            <a:cxnSpLocks/>
          </p:cNvCxnSpPr>
          <p:nvPr/>
        </p:nvCxnSpPr>
        <p:spPr>
          <a:xfrm rot="5400000">
            <a:off x="3583459" y="4947815"/>
            <a:ext cx="240522" cy="811768"/>
          </a:xfrm>
          <a:prstGeom prst="bentConnector3">
            <a:avLst>
              <a:gd name="adj1" fmla="val 50000"/>
            </a:avLst>
          </a:prstGeom>
          <a:ln>
            <a:solidFill>
              <a:schemeClr val="accent2"/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カギ線コネクタ 61">
            <a:extLst>
              <a:ext uri="{FF2B5EF4-FFF2-40B4-BE49-F238E27FC236}">
                <a16:creationId xmlns:a16="http://schemas.microsoft.com/office/drawing/2014/main" id="{F9F89BAF-4A04-189C-BE6D-07946BF5061A}"/>
              </a:ext>
            </a:extLst>
          </p:cNvPr>
          <p:cNvCxnSpPr>
            <a:cxnSpLocks/>
          </p:cNvCxnSpPr>
          <p:nvPr/>
        </p:nvCxnSpPr>
        <p:spPr>
          <a:xfrm rot="16200000" flipH="1">
            <a:off x="4419095" y="4927526"/>
            <a:ext cx="240522" cy="844835"/>
          </a:xfrm>
          <a:prstGeom prst="bentConnector3">
            <a:avLst/>
          </a:prstGeom>
          <a:ln>
            <a:solidFill>
              <a:schemeClr val="accent2"/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角丸四角形 62">
            <a:extLst>
              <a:ext uri="{FF2B5EF4-FFF2-40B4-BE49-F238E27FC236}">
                <a16:creationId xmlns:a16="http://schemas.microsoft.com/office/drawing/2014/main" id="{8FEAA4C3-DF4C-BC82-0ACF-F405704AFA2B}"/>
              </a:ext>
            </a:extLst>
          </p:cNvPr>
          <p:cNvSpPr/>
          <p:nvPr/>
        </p:nvSpPr>
        <p:spPr>
          <a:xfrm>
            <a:off x="267127" y="3904331"/>
            <a:ext cx="5603133" cy="2156759"/>
          </a:xfrm>
          <a:prstGeom prst="roundRect">
            <a:avLst/>
          </a:prstGeom>
          <a:noFill/>
          <a:ln w="28575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テキスト ボックス 65">
            <a:extLst>
              <a:ext uri="{FF2B5EF4-FFF2-40B4-BE49-F238E27FC236}">
                <a16:creationId xmlns:a16="http://schemas.microsoft.com/office/drawing/2014/main" id="{F696A480-23FF-EF39-5593-2DFC2B7B74CE}"/>
              </a:ext>
            </a:extLst>
          </p:cNvPr>
          <p:cNvSpPr txBox="1"/>
          <p:nvPr/>
        </p:nvSpPr>
        <p:spPr>
          <a:xfrm>
            <a:off x="1320011" y="1903195"/>
            <a:ext cx="9525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 with GPR</a:t>
            </a:r>
            <a:endParaRPr kumimoji="1" lang="ja-JP" alt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テキスト ボックス 70">
            <a:extLst>
              <a:ext uri="{FF2B5EF4-FFF2-40B4-BE49-F238E27FC236}">
                <a16:creationId xmlns:a16="http://schemas.microsoft.com/office/drawing/2014/main" id="{5D101028-070D-E653-8819-99F4A9AB9564}"/>
              </a:ext>
            </a:extLst>
          </p:cNvPr>
          <p:cNvSpPr txBox="1"/>
          <p:nvPr/>
        </p:nvSpPr>
        <p:spPr>
          <a:xfrm>
            <a:off x="1313682" y="4535797"/>
            <a:ext cx="9525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 with GPR</a:t>
            </a:r>
            <a:endParaRPr kumimoji="1" lang="ja-JP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テキスト ボックス 71">
            <a:extLst>
              <a:ext uri="{FF2B5EF4-FFF2-40B4-BE49-F238E27FC236}">
                <a16:creationId xmlns:a16="http://schemas.microsoft.com/office/drawing/2014/main" id="{85F82333-7221-31E2-0D34-F9F0841DE621}"/>
              </a:ext>
            </a:extLst>
          </p:cNvPr>
          <p:cNvSpPr txBox="1"/>
          <p:nvPr/>
        </p:nvSpPr>
        <p:spPr>
          <a:xfrm>
            <a:off x="1396522" y="3174540"/>
            <a:ext cx="9525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 with GPR</a:t>
            </a:r>
            <a:endParaRPr kumimoji="1" lang="ja-JP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テキスト ボックス 73">
            <a:extLst>
              <a:ext uri="{FF2B5EF4-FFF2-40B4-BE49-F238E27FC236}">
                <a16:creationId xmlns:a16="http://schemas.microsoft.com/office/drawing/2014/main" id="{7EFA4B17-7B64-6527-8EC1-99321016ADBE}"/>
              </a:ext>
            </a:extLst>
          </p:cNvPr>
          <p:cNvSpPr txBox="1"/>
          <p:nvPr/>
        </p:nvSpPr>
        <p:spPr>
          <a:xfrm>
            <a:off x="2400323" y="2155343"/>
            <a:ext cx="5549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</a:t>
            </a:r>
            <a:endParaRPr kumimoji="1" lang="ja-JP" alt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テキスト ボックス 74">
            <a:extLst>
              <a:ext uri="{FF2B5EF4-FFF2-40B4-BE49-F238E27FC236}">
                <a16:creationId xmlns:a16="http://schemas.microsoft.com/office/drawing/2014/main" id="{42180134-C562-97B7-2E45-7E0459C535D6}"/>
              </a:ext>
            </a:extLst>
          </p:cNvPr>
          <p:cNvSpPr txBox="1"/>
          <p:nvPr/>
        </p:nvSpPr>
        <p:spPr>
          <a:xfrm>
            <a:off x="2400323" y="3345051"/>
            <a:ext cx="5549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</a:t>
            </a:r>
            <a:endParaRPr kumimoji="1" lang="ja-JP" altLang="en-US"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テキスト ボックス 76">
            <a:extLst>
              <a:ext uri="{FF2B5EF4-FFF2-40B4-BE49-F238E27FC236}">
                <a16:creationId xmlns:a16="http://schemas.microsoft.com/office/drawing/2014/main" id="{F6AF55C3-CE49-4267-39B7-556AA395D446}"/>
              </a:ext>
            </a:extLst>
          </p:cNvPr>
          <p:cNvSpPr txBox="1"/>
          <p:nvPr/>
        </p:nvSpPr>
        <p:spPr>
          <a:xfrm>
            <a:off x="2421701" y="4809496"/>
            <a:ext cx="5549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</a:t>
            </a:r>
            <a:endParaRPr kumimoji="1" lang="ja-JP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2" name="直線矢印コネクタ 38">
            <a:extLst>
              <a:ext uri="{FF2B5EF4-FFF2-40B4-BE49-F238E27FC236}">
                <a16:creationId xmlns:a16="http://schemas.microsoft.com/office/drawing/2014/main" id="{3D6A9790-BB33-47DE-0D29-47246A08FD14}"/>
              </a:ext>
            </a:extLst>
          </p:cNvPr>
          <p:cNvCxnSpPr>
            <a:cxnSpLocks/>
            <a:stCxn id="13" idx="1"/>
            <a:endCxn id="23" idx="6"/>
          </p:cNvCxnSpPr>
          <p:nvPr/>
        </p:nvCxnSpPr>
        <p:spPr>
          <a:xfrm flipH="1">
            <a:off x="1532412" y="3045794"/>
            <a:ext cx="1056964" cy="136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1">
            <a:extLst>
              <a:ext uri="{FF2B5EF4-FFF2-40B4-BE49-F238E27FC236}">
                <a16:creationId xmlns:a16="http://schemas.microsoft.com/office/drawing/2014/main" id="{36D31808-0083-8370-E627-782523EE8F19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2049397" y="3601948"/>
            <a:ext cx="1299432" cy="48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81">
            <a:extLst>
              <a:ext uri="{FF2B5EF4-FFF2-40B4-BE49-F238E27FC236}">
                <a16:creationId xmlns:a16="http://schemas.microsoft.com/office/drawing/2014/main" id="{53B4B665-4DA7-40FB-B7F0-897616AAA65B}"/>
              </a:ext>
            </a:extLst>
          </p:cNvPr>
          <p:cNvCxnSpPr>
            <a:cxnSpLocks/>
            <a:stCxn id="17" idx="1"/>
            <a:endCxn id="24" idx="6"/>
          </p:cNvCxnSpPr>
          <p:nvPr/>
        </p:nvCxnSpPr>
        <p:spPr>
          <a:xfrm flipH="1">
            <a:off x="1468292" y="4412726"/>
            <a:ext cx="1121084" cy="4104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カギ線コネクタ 32">
            <a:extLst>
              <a:ext uri="{FF2B5EF4-FFF2-40B4-BE49-F238E27FC236}">
                <a16:creationId xmlns:a16="http://schemas.microsoft.com/office/drawing/2014/main" id="{373B685D-B164-3D67-7B83-69EF825ADA03}"/>
              </a:ext>
            </a:extLst>
          </p:cNvPr>
          <p:cNvCxnSpPr>
            <a:cxnSpLocks/>
            <a:stCxn id="7" idx="2"/>
            <a:endCxn id="27" idx="6"/>
          </p:cNvCxnSpPr>
          <p:nvPr/>
        </p:nvCxnSpPr>
        <p:spPr>
          <a:xfrm rot="5400000">
            <a:off x="2590914" y="202215"/>
            <a:ext cx="404308" cy="264955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2" name="テキスト ボックス 71">
            <a:extLst>
              <a:ext uri="{FF2B5EF4-FFF2-40B4-BE49-F238E27FC236}">
                <a16:creationId xmlns:a16="http://schemas.microsoft.com/office/drawing/2014/main" id="{B6A2DB90-0E46-2C7F-FE87-79B75AE21217}"/>
              </a:ext>
            </a:extLst>
          </p:cNvPr>
          <p:cNvSpPr txBox="1"/>
          <p:nvPr/>
        </p:nvSpPr>
        <p:spPr>
          <a:xfrm>
            <a:off x="1828974" y="2773119"/>
            <a:ext cx="2832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1" lang="en-US" altLang="ja-JP" sz="1000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ja-JP" altLang="en-US" sz="1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テキスト ボックス 71">
            <a:extLst>
              <a:ext uri="{FF2B5EF4-FFF2-40B4-BE49-F238E27FC236}">
                <a16:creationId xmlns:a16="http://schemas.microsoft.com/office/drawing/2014/main" id="{B91B4841-74BA-03C1-12C3-6FCC15B61616}"/>
              </a:ext>
            </a:extLst>
          </p:cNvPr>
          <p:cNvSpPr txBox="1"/>
          <p:nvPr/>
        </p:nvSpPr>
        <p:spPr>
          <a:xfrm>
            <a:off x="1673960" y="4160716"/>
            <a:ext cx="2832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1" lang="en-US" altLang="ja-JP" sz="1000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ja-JP" altLang="en-US" sz="1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正方形/長方形 15">
                <a:extLst>
                  <a:ext uri="{FF2B5EF4-FFF2-40B4-BE49-F238E27FC236}">
                    <a16:creationId xmlns:a16="http://schemas.microsoft.com/office/drawing/2014/main" id="{AA8654A2-B34C-5342-1B3C-652DE26EFD06}"/>
                  </a:ext>
                </a:extLst>
              </p:cNvPr>
              <p:cNvSpPr/>
              <p:nvPr/>
            </p:nvSpPr>
            <p:spPr>
              <a:xfrm>
                <a:off x="615370" y="5466411"/>
                <a:ext cx="1431587" cy="439443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1000" b="1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𝐓𝟏</m:t>
                    </m:r>
                  </m:oMath>
                </a14:m>
                <a:r>
                  <a:rPr kumimoji="1" lang="en-US" altLang="ja-JP" sz="1000" b="1" dirty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% trained model data</a:t>
                </a:r>
                <a:endParaRPr kumimoji="1" lang="ja-JP" altLang="en-US" sz="1000" b="1" dirty="0">
                  <a:solidFill>
                    <a:sysClr val="windowText" lastClr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正方形/長方形 15">
                <a:extLst>
                  <a:ext uri="{FF2B5EF4-FFF2-40B4-BE49-F238E27FC236}">
                    <a16:creationId xmlns:a16="http://schemas.microsoft.com/office/drawing/2014/main" id="{AA8654A2-B34C-5342-1B3C-652DE26EFD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70" y="5466411"/>
                <a:ext cx="1431587" cy="439443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線矢印コネクタ 59">
            <a:extLst>
              <a:ext uri="{FF2B5EF4-FFF2-40B4-BE49-F238E27FC236}">
                <a16:creationId xmlns:a16="http://schemas.microsoft.com/office/drawing/2014/main" id="{1CB88D31-906A-DBEB-1CB5-CED4E6D57032}"/>
              </a:ext>
            </a:extLst>
          </p:cNvPr>
          <p:cNvCxnSpPr>
            <a:cxnSpLocks/>
            <a:stCxn id="21" idx="1"/>
            <a:endCxn id="9" idx="3"/>
          </p:cNvCxnSpPr>
          <p:nvPr/>
        </p:nvCxnSpPr>
        <p:spPr>
          <a:xfrm flipH="1" flipV="1">
            <a:off x="2046957" y="5686133"/>
            <a:ext cx="542419" cy="3496"/>
          </a:xfrm>
          <a:prstGeom prst="straightConnector1">
            <a:avLst/>
          </a:prstGeom>
          <a:ln>
            <a:solidFill>
              <a:schemeClr val="accent2"/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テキスト ボックス 71">
            <a:extLst>
              <a:ext uri="{FF2B5EF4-FFF2-40B4-BE49-F238E27FC236}">
                <a16:creationId xmlns:a16="http://schemas.microsoft.com/office/drawing/2014/main" id="{169A8D89-E287-92F7-F18F-7986E8DA1170}"/>
              </a:ext>
            </a:extLst>
          </p:cNvPr>
          <p:cNvSpPr txBox="1"/>
          <p:nvPr/>
        </p:nvSpPr>
        <p:spPr>
          <a:xfrm>
            <a:off x="2202615" y="5450758"/>
            <a:ext cx="2832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1" lang="en-US" altLang="ja-JP" sz="1000" b="1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endParaRPr kumimoji="1" lang="ja-JP" altLang="en-US" sz="1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正方形/長方形 2">
            <a:extLst>
              <a:ext uri="{FF2B5EF4-FFF2-40B4-BE49-F238E27FC236}">
                <a16:creationId xmlns:a16="http://schemas.microsoft.com/office/drawing/2014/main" id="{60FDE1E7-C10C-598F-BB1C-7D9ED66DBF3A}"/>
              </a:ext>
            </a:extLst>
          </p:cNvPr>
          <p:cNvSpPr/>
          <p:nvPr/>
        </p:nvSpPr>
        <p:spPr>
          <a:xfrm>
            <a:off x="6801546" y="130444"/>
            <a:ext cx="2280063" cy="5222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T1% trained model data</a:t>
            </a:r>
            <a:endParaRPr kumimoji="1" lang="ja-JP" altLang="en-US" sz="10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正方形/長方形 3">
            <a:extLst>
              <a:ext uri="{FF2B5EF4-FFF2-40B4-BE49-F238E27FC236}">
                <a16:creationId xmlns:a16="http://schemas.microsoft.com/office/drawing/2014/main" id="{95E12676-E8E7-EAF9-4C20-2E5090977A3F}"/>
              </a:ext>
            </a:extLst>
          </p:cNvPr>
          <p:cNvSpPr/>
          <p:nvPr/>
        </p:nvSpPr>
        <p:spPr>
          <a:xfrm>
            <a:off x="6509990" y="1265071"/>
            <a:ext cx="1431587" cy="3146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 dx=Avg </a:t>
            </a:r>
            <a:r>
              <a:rPr kumimoji="1" lang="en-US" altLang="ja-JP" sz="1000" b="1" dirty="0" err="1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local spacing</a:t>
            </a:r>
            <a:endParaRPr kumimoji="1" lang="ja-JP" altLang="en-US" sz="10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正方形/長方形 4">
            <a:extLst>
              <a:ext uri="{FF2B5EF4-FFF2-40B4-BE49-F238E27FC236}">
                <a16:creationId xmlns:a16="http://schemas.microsoft.com/office/drawing/2014/main" id="{EDFECF75-BBD9-4B66-67A0-A99763C76378}"/>
              </a:ext>
            </a:extLst>
          </p:cNvPr>
          <p:cNvSpPr/>
          <p:nvPr/>
        </p:nvSpPr>
        <p:spPr>
          <a:xfrm>
            <a:off x="8068529" y="1254111"/>
            <a:ext cx="1536220" cy="3146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Roughness = std(neighbor Values)</a:t>
            </a:r>
            <a:endParaRPr kumimoji="1" lang="ja-JP" altLang="en-US" sz="10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正方形/長方形 8">
            <a:extLst>
              <a:ext uri="{FF2B5EF4-FFF2-40B4-BE49-F238E27FC236}">
                <a16:creationId xmlns:a16="http://schemas.microsoft.com/office/drawing/2014/main" id="{D8E82B15-A6CB-C1E0-ADD0-F4D4326BFCF9}"/>
              </a:ext>
            </a:extLst>
          </p:cNvPr>
          <p:cNvSpPr/>
          <p:nvPr/>
        </p:nvSpPr>
        <p:spPr>
          <a:xfrm>
            <a:off x="8127063" y="1889890"/>
            <a:ext cx="1536220" cy="5605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Roughness&gt;2.0,bump=1</a:t>
            </a:r>
          </a:p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Else</a:t>
            </a:r>
            <a:r>
              <a:rPr kumimoji="1" lang="ja-JP" altLang="en-US" sz="1000" b="1" dirty="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bump=0</a:t>
            </a:r>
          </a:p>
        </p:txBody>
      </p:sp>
      <p:sp>
        <p:nvSpPr>
          <p:cNvPr id="57" name="正方形/長方形 10">
            <a:extLst>
              <a:ext uri="{FF2B5EF4-FFF2-40B4-BE49-F238E27FC236}">
                <a16:creationId xmlns:a16="http://schemas.microsoft.com/office/drawing/2014/main" id="{901A33EE-8106-DBD6-5FE3-8B7C59949027}"/>
              </a:ext>
            </a:extLst>
          </p:cNvPr>
          <p:cNvSpPr/>
          <p:nvPr/>
        </p:nvSpPr>
        <p:spPr>
          <a:xfrm>
            <a:off x="6448685" y="1861897"/>
            <a:ext cx="1431587" cy="8344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it-IT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 aggregation</a:t>
            </a:r>
          </a:p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Alpha = ceil(Avg dx)+bump</a:t>
            </a:r>
            <a:b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Beta = ceil(Avg </a:t>
            </a:r>
            <a:r>
              <a:rPr kumimoji="1" lang="en-US" altLang="ja-JP" sz="1000" b="1" dirty="0" err="1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)+bump</a:t>
            </a:r>
            <a:endParaRPr kumimoji="1" lang="ja-JP" altLang="en-US" sz="10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786D87F6-CD7B-E8C5-0AE0-055548F90E71}"/>
              </a:ext>
            </a:extLst>
          </p:cNvPr>
          <p:cNvCxnSpPr>
            <a:stCxn id="9" idx="2"/>
            <a:endCxn id="8" idx="1"/>
          </p:cNvCxnSpPr>
          <p:nvPr/>
        </p:nvCxnSpPr>
        <p:spPr>
          <a:xfrm rot="5400000" flipH="1" flipV="1">
            <a:off x="1309221" y="413529"/>
            <a:ext cx="5514268" cy="5470382"/>
          </a:xfrm>
          <a:prstGeom prst="bentConnector4">
            <a:avLst>
              <a:gd name="adj1" fmla="val -4146"/>
              <a:gd name="adj2" fmla="val 8445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正方形/長方形 4">
            <a:extLst>
              <a:ext uri="{FF2B5EF4-FFF2-40B4-BE49-F238E27FC236}">
                <a16:creationId xmlns:a16="http://schemas.microsoft.com/office/drawing/2014/main" id="{FD4CE385-AE1A-9DCD-794C-B8B8CB0E2F37}"/>
              </a:ext>
            </a:extLst>
          </p:cNvPr>
          <p:cNvSpPr/>
          <p:nvPr/>
        </p:nvSpPr>
        <p:spPr>
          <a:xfrm>
            <a:off x="7173467" y="841210"/>
            <a:ext cx="1536220" cy="3146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k=2 nearest points</a:t>
            </a:r>
            <a:endParaRPr kumimoji="1" lang="ja-JP" altLang="en-US" sz="10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314663B1-5244-EB8F-2915-8B8A094F9D53}"/>
              </a:ext>
            </a:extLst>
          </p:cNvPr>
          <p:cNvCxnSpPr>
            <a:stCxn id="8" idx="2"/>
            <a:endCxn id="115" idx="0"/>
          </p:cNvCxnSpPr>
          <p:nvPr/>
        </p:nvCxnSpPr>
        <p:spPr>
          <a:xfrm flipH="1">
            <a:off x="7941577" y="652728"/>
            <a:ext cx="1" cy="1884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正方形/長方形 8">
            <a:extLst>
              <a:ext uri="{FF2B5EF4-FFF2-40B4-BE49-F238E27FC236}">
                <a16:creationId xmlns:a16="http://schemas.microsoft.com/office/drawing/2014/main" id="{3A9EF5A9-C9F5-9A93-4358-9EC9AD2D3E41}"/>
              </a:ext>
            </a:extLst>
          </p:cNvPr>
          <p:cNvSpPr/>
          <p:nvPr/>
        </p:nvSpPr>
        <p:spPr>
          <a:xfrm>
            <a:off x="6509990" y="3260009"/>
            <a:ext cx="1536220" cy="5605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|dx|≤Alpha AND |</a:t>
            </a:r>
            <a:r>
              <a:rPr kumimoji="1" lang="en-US" altLang="ja-JP" sz="1000" b="1" dirty="0" err="1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|≤Beta → Reject, Else → Accept</a:t>
            </a:r>
          </a:p>
        </p:txBody>
      </p:sp>
      <p:sp>
        <p:nvSpPr>
          <p:cNvPr id="140" name="円/楕円 24">
            <a:extLst>
              <a:ext uri="{FF2B5EF4-FFF2-40B4-BE49-F238E27FC236}">
                <a16:creationId xmlns:a16="http://schemas.microsoft.com/office/drawing/2014/main" id="{433D64AD-9C7D-A40F-E999-7EFA94561BF5}"/>
              </a:ext>
            </a:extLst>
          </p:cNvPr>
          <p:cNvSpPr/>
          <p:nvPr/>
        </p:nvSpPr>
        <p:spPr>
          <a:xfrm>
            <a:off x="7150204" y="4834363"/>
            <a:ext cx="296562" cy="2966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  <a:endParaRPr kumimoji="1" lang="ja-JP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正方形/長方形 15">
            <a:extLst>
              <a:ext uri="{FF2B5EF4-FFF2-40B4-BE49-F238E27FC236}">
                <a16:creationId xmlns:a16="http://schemas.microsoft.com/office/drawing/2014/main" id="{660F066C-264B-D0B6-86EA-26A474686C07}"/>
              </a:ext>
            </a:extLst>
          </p:cNvPr>
          <p:cNvSpPr/>
          <p:nvPr/>
        </p:nvSpPr>
        <p:spPr>
          <a:xfrm>
            <a:off x="6579267" y="4136542"/>
            <a:ext cx="1431587" cy="43944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</a:p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kumimoji="1" lang="en-US" altLang="ja-JP" sz="1000" b="1" baseline="-250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+S</a:t>
            </a:r>
            <a:r>
              <a:rPr kumimoji="1" lang="en-US" altLang="ja-JP" sz="1000" b="1" baseline="-250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 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data</a:t>
            </a:r>
            <a:endParaRPr kumimoji="1" lang="ja-JP" altLang="en-US" sz="10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9" name="正方形/長方形 12">
            <a:extLst>
              <a:ext uri="{FF2B5EF4-FFF2-40B4-BE49-F238E27FC236}">
                <a16:creationId xmlns:a16="http://schemas.microsoft.com/office/drawing/2014/main" id="{ACAF2F1E-2307-0D2B-AEC7-3496215688BA}"/>
              </a:ext>
            </a:extLst>
          </p:cNvPr>
          <p:cNvSpPr/>
          <p:nvPr/>
        </p:nvSpPr>
        <p:spPr>
          <a:xfrm>
            <a:off x="8233246" y="2696436"/>
            <a:ext cx="1536220" cy="3146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(100-T</a:t>
            </a:r>
            <a:r>
              <a:rPr kumimoji="1" lang="en-US" altLang="ja-JP" sz="1000" b="1" baseline="-250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)% predicted data</a:t>
            </a:r>
            <a:endParaRPr kumimoji="1" lang="ja-JP" altLang="en-US" sz="10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正方形/長方形 13">
            <a:extLst>
              <a:ext uri="{FF2B5EF4-FFF2-40B4-BE49-F238E27FC236}">
                <a16:creationId xmlns:a16="http://schemas.microsoft.com/office/drawing/2014/main" id="{72DDCC48-4DE1-FA2A-B155-803576B3DC05}"/>
              </a:ext>
            </a:extLst>
          </p:cNvPr>
          <p:cNvSpPr/>
          <p:nvPr/>
        </p:nvSpPr>
        <p:spPr>
          <a:xfrm>
            <a:off x="10240356" y="2667556"/>
            <a:ext cx="1431587" cy="4871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Remaining data</a:t>
            </a:r>
            <a:endParaRPr kumimoji="1" lang="ja-JP" altLang="en-US" sz="1000" b="1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7" name="Connector: Elbow 156">
            <a:extLst>
              <a:ext uri="{FF2B5EF4-FFF2-40B4-BE49-F238E27FC236}">
                <a16:creationId xmlns:a16="http://schemas.microsoft.com/office/drawing/2014/main" id="{BCE95596-A0FE-F39A-868A-0B0F6D4040AD}"/>
              </a:ext>
            </a:extLst>
          </p:cNvPr>
          <p:cNvCxnSpPr>
            <a:stCxn id="149" idx="2"/>
            <a:endCxn id="133" idx="3"/>
          </p:cNvCxnSpPr>
          <p:nvPr/>
        </p:nvCxnSpPr>
        <p:spPr>
          <a:xfrm rot="5400000">
            <a:off x="8259195" y="2798105"/>
            <a:ext cx="529177" cy="95514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3DFBD86E-AEE6-847B-CE02-56F2EF2C9CC2}"/>
              </a:ext>
            </a:extLst>
          </p:cNvPr>
          <p:cNvCxnSpPr>
            <a:stCxn id="133" idx="2"/>
            <a:endCxn id="145" idx="0"/>
          </p:cNvCxnSpPr>
          <p:nvPr/>
        </p:nvCxnSpPr>
        <p:spPr>
          <a:xfrm>
            <a:off x="7278100" y="3820525"/>
            <a:ext cx="16961" cy="316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298499A7-579C-25E0-F297-D7354D8499DA}"/>
              </a:ext>
            </a:extLst>
          </p:cNvPr>
          <p:cNvCxnSpPr>
            <a:stCxn id="145" idx="1"/>
            <a:endCxn id="115" idx="1"/>
          </p:cNvCxnSpPr>
          <p:nvPr/>
        </p:nvCxnSpPr>
        <p:spPr>
          <a:xfrm rot="10800000" flipH="1">
            <a:off x="6579267" y="998538"/>
            <a:ext cx="594200" cy="3357727"/>
          </a:xfrm>
          <a:prstGeom prst="bentConnector3">
            <a:avLst>
              <a:gd name="adj1" fmla="val -3847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正方形/長方形 12">
            <a:extLst>
              <a:ext uri="{FF2B5EF4-FFF2-40B4-BE49-F238E27FC236}">
                <a16:creationId xmlns:a16="http://schemas.microsoft.com/office/drawing/2014/main" id="{94B86F6E-D1C7-B138-0368-3DAA271DF514}"/>
              </a:ext>
            </a:extLst>
          </p:cNvPr>
          <p:cNvSpPr/>
          <p:nvPr/>
        </p:nvSpPr>
        <p:spPr>
          <a:xfrm>
            <a:off x="8752218" y="5351258"/>
            <a:ext cx="1536220" cy="3146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(100-T</a:t>
            </a:r>
            <a:r>
              <a:rPr kumimoji="1" lang="en-US" altLang="ja-JP" sz="1000" b="1" baseline="-250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+S</a:t>
            </a:r>
            <a:r>
              <a:rPr kumimoji="1" lang="en-US" altLang="ja-JP" sz="1000" b="1" baseline="-250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)% predicted data</a:t>
            </a:r>
            <a:endParaRPr kumimoji="1" lang="ja-JP" altLang="en-US" sz="1000" b="1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1" name="正方形/長方形 13">
            <a:extLst>
              <a:ext uri="{FF2B5EF4-FFF2-40B4-BE49-F238E27FC236}">
                <a16:creationId xmlns:a16="http://schemas.microsoft.com/office/drawing/2014/main" id="{D5787FA2-D4CD-01A3-5C74-36AEEA16C6F3}"/>
              </a:ext>
            </a:extLst>
          </p:cNvPr>
          <p:cNvSpPr/>
          <p:nvPr/>
        </p:nvSpPr>
        <p:spPr>
          <a:xfrm>
            <a:off x="8773439" y="4679198"/>
            <a:ext cx="1431587" cy="4871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Remaining data</a:t>
            </a:r>
            <a:endParaRPr kumimoji="1" lang="ja-JP" altLang="en-US" sz="1000" b="1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6328163C-5AE3-C495-13F3-C17FE1C27C87}"/>
              </a:ext>
            </a:extLst>
          </p:cNvPr>
          <p:cNvCxnSpPr>
            <a:stCxn id="145" idx="2"/>
            <a:endCxn id="140" idx="0"/>
          </p:cNvCxnSpPr>
          <p:nvPr/>
        </p:nvCxnSpPr>
        <p:spPr>
          <a:xfrm rot="16200000" flipH="1">
            <a:off x="7167584" y="4703462"/>
            <a:ext cx="258378" cy="342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正方形/長方形 15">
                <a:extLst>
                  <a:ext uri="{FF2B5EF4-FFF2-40B4-BE49-F238E27FC236}">
                    <a16:creationId xmlns:a16="http://schemas.microsoft.com/office/drawing/2014/main" id="{BC69DADB-9FA2-FDDB-FD6A-450546370DB0}"/>
                  </a:ext>
                </a:extLst>
              </p:cNvPr>
              <p:cNvSpPr/>
              <p:nvPr/>
            </p:nvSpPr>
            <p:spPr>
              <a:xfrm>
                <a:off x="6588078" y="5301996"/>
                <a:ext cx="1431587" cy="439443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1000" b="1" dirty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10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0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kumimoji="1" lang="en-US" altLang="ja-JP" sz="10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10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𝒕𝒉</m:t>
                        </m:r>
                      </m:sup>
                    </m:sSup>
                  </m:oMath>
                </a14:m>
                <a:r>
                  <a:rPr kumimoji="1" lang="en-US" altLang="ja-JP" sz="1000" b="1" dirty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trained model</a:t>
                </a:r>
              </a:p>
              <a:p>
                <a:pPr algn="ctr"/>
                <a:r>
                  <a:rPr kumimoji="1" lang="en-US" altLang="ja-JP" sz="1000" b="1" dirty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kumimoji="1" lang="en-US" altLang="ja-JP" sz="1000" b="1" baseline="-25000" dirty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kumimoji="1" lang="en-US" altLang="ja-JP" sz="1000" b="1" dirty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+S</a:t>
                </a:r>
                <a:r>
                  <a:rPr kumimoji="1" lang="en-US" altLang="ja-JP" sz="1000" b="1" baseline="-25000" dirty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 </a:t>
                </a:r>
                <a:r>
                  <a:rPr kumimoji="1" lang="en-US" altLang="ja-JP" sz="1000" b="1" dirty="0">
                    <a:solidFill>
                      <a:sysClr val="windowText" lastClr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% data</a:t>
                </a:r>
                <a:endParaRPr kumimoji="1" lang="ja-JP" altLang="en-US" sz="1000" b="1" dirty="0">
                  <a:solidFill>
                    <a:sysClr val="windowText" lastClr="0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82" name="正方形/長方形 15">
                <a:extLst>
                  <a:ext uri="{FF2B5EF4-FFF2-40B4-BE49-F238E27FC236}">
                    <a16:creationId xmlns:a16="http://schemas.microsoft.com/office/drawing/2014/main" id="{BC69DADB-9FA2-FDDB-FD6A-450546370D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078" y="5301996"/>
                <a:ext cx="1431587" cy="439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EB94ADFC-8C3F-66DA-FAFF-EB041D2029BD}"/>
              </a:ext>
            </a:extLst>
          </p:cNvPr>
          <p:cNvCxnSpPr>
            <a:stCxn id="140" idx="4"/>
            <a:endCxn id="182" idx="0"/>
          </p:cNvCxnSpPr>
          <p:nvPr/>
        </p:nvCxnSpPr>
        <p:spPr>
          <a:xfrm>
            <a:off x="7298485" y="5131059"/>
            <a:ext cx="5387" cy="170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テキスト ボックス 70">
            <a:extLst>
              <a:ext uri="{FF2B5EF4-FFF2-40B4-BE49-F238E27FC236}">
                <a16:creationId xmlns:a16="http://schemas.microsoft.com/office/drawing/2014/main" id="{AC05FE8E-34DB-C659-A209-F07896B75E67}"/>
              </a:ext>
            </a:extLst>
          </p:cNvPr>
          <p:cNvSpPr txBox="1"/>
          <p:nvPr/>
        </p:nvSpPr>
        <p:spPr>
          <a:xfrm>
            <a:off x="7345291" y="5077273"/>
            <a:ext cx="9525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 with GPR</a:t>
            </a:r>
            <a:endParaRPr kumimoji="1" lang="ja-JP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8" name="テキスト ボックス 76">
            <a:extLst>
              <a:ext uri="{FF2B5EF4-FFF2-40B4-BE49-F238E27FC236}">
                <a16:creationId xmlns:a16="http://schemas.microsoft.com/office/drawing/2014/main" id="{59791635-D492-9EB6-B4F0-8E608B89703A}"/>
              </a:ext>
            </a:extLst>
          </p:cNvPr>
          <p:cNvSpPr txBox="1"/>
          <p:nvPr/>
        </p:nvSpPr>
        <p:spPr>
          <a:xfrm>
            <a:off x="7993120" y="5287602"/>
            <a:ext cx="5549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</a:t>
            </a:r>
            <a:endParaRPr kumimoji="1" lang="ja-JP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4" name="直線矢印コネクタ 59">
            <a:extLst>
              <a:ext uri="{FF2B5EF4-FFF2-40B4-BE49-F238E27FC236}">
                <a16:creationId xmlns:a16="http://schemas.microsoft.com/office/drawing/2014/main" id="{5EBB3032-E413-DB0D-5F73-012CEF9DE87F}"/>
              </a:ext>
            </a:extLst>
          </p:cNvPr>
          <p:cNvCxnSpPr>
            <a:cxnSpLocks/>
            <a:stCxn id="167" idx="1"/>
            <a:endCxn id="133" idx="3"/>
          </p:cNvCxnSpPr>
          <p:nvPr/>
        </p:nvCxnSpPr>
        <p:spPr>
          <a:xfrm flipH="1" flipV="1">
            <a:off x="8046210" y="3540267"/>
            <a:ext cx="706008" cy="1968318"/>
          </a:xfrm>
          <a:prstGeom prst="straightConnector1">
            <a:avLst/>
          </a:prstGeom>
          <a:ln>
            <a:solidFill>
              <a:schemeClr val="accent2"/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7" name="角丸四角形 62">
            <a:extLst>
              <a:ext uri="{FF2B5EF4-FFF2-40B4-BE49-F238E27FC236}">
                <a16:creationId xmlns:a16="http://schemas.microsoft.com/office/drawing/2014/main" id="{5BCBD39F-E1C0-76EB-1D9D-2FB5C46986DA}"/>
              </a:ext>
            </a:extLst>
          </p:cNvPr>
          <p:cNvSpPr/>
          <p:nvPr/>
        </p:nvSpPr>
        <p:spPr>
          <a:xfrm>
            <a:off x="5973778" y="769424"/>
            <a:ext cx="5964219" cy="5247366"/>
          </a:xfrm>
          <a:prstGeom prst="roundRect">
            <a:avLst/>
          </a:prstGeom>
          <a:noFill/>
          <a:ln w="28575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テキスト ボックス 76">
            <a:extLst>
              <a:ext uri="{FF2B5EF4-FFF2-40B4-BE49-F238E27FC236}">
                <a16:creationId xmlns:a16="http://schemas.microsoft.com/office/drawing/2014/main" id="{049CD9F5-C872-5900-5B42-23BD8301A3C1}"/>
              </a:ext>
            </a:extLst>
          </p:cNvPr>
          <p:cNvSpPr txBox="1"/>
          <p:nvPr/>
        </p:nvSpPr>
        <p:spPr>
          <a:xfrm>
            <a:off x="8318871" y="4135885"/>
            <a:ext cx="6703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</a:t>
            </a:r>
            <a:endParaRPr kumimoji="1" lang="ja-JP" alt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正方形/長方形 20">
            <a:extLst>
              <a:ext uri="{FF2B5EF4-FFF2-40B4-BE49-F238E27FC236}">
                <a16:creationId xmlns:a16="http://schemas.microsoft.com/office/drawing/2014/main" id="{F6796854-71EB-BDC3-7DCA-AAC1B80D3DC0}"/>
              </a:ext>
            </a:extLst>
          </p:cNvPr>
          <p:cNvSpPr/>
          <p:nvPr/>
        </p:nvSpPr>
        <p:spPr>
          <a:xfrm>
            <a:off x="9125415" y="6109309"/>
            <a:ext cx="2582562" cy="673405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5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Dotted Line : These steps will be repeated until  the sample size reaches certain level</a:t>
            </a:r>
            <a:endParaRPr kumimoji="1" lang="ja-JP" altLang="en-US" sz="105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テキスト ボックス 19">
            <a:extLst>
              <a:ext uri="{FF2B5EF4-FFF2-40B4-BE49-F238E27FC236}">
                <a16:creationId xmlns:a16="http://schemas.microsoft.com/office/drawing/2014/main" id="{CA357957-9D6C-B273-2936-95B5D7EEEBB9}"/>
              </a:ext>
            </a:extLst>
          </p:cNvPr>
          <p:cNvSpPr txBox="1"/>
          <p:nvPr/>
        </p:nvSpPr>
        <p:spPr>
          <a:xfrm>
            <a:off x="267127" y="189268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1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テキスト ボックス 19">
            <a:extLst>
              <a:ext uri="{FF2B5EF4-FFF2-40B4-BE49-F238E27FC236}">
                <a16:creationId xmlns:a16="http://schemas.microsoft.com/office/drawing/2014/main" id="{62927AA9-D774-1102-B2AA-5733F6039AA5}"/>
              </a:ext>
            </a:extLst>
          </p:cNvPr>
          <p:cNvSpPr txBox="1"/>
          <p:nvPr/>
        </p:nvSpPr>
        <p:spPr>
          <a:xfrm>
            <a:off x="10240356" y="218003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2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8" name="直線矢印コネクタ 59">
            <a:extLst>
              <a:ext uri="{FF2B5EF4-FFF2-40B4-BE49-F238E27FC236}">
                <a16:creationId xmlns:a16="http://schemas.microsoft.com/office/drawing/2014/main" id="{6B62365A-6612-9B4F-4961-BCA8438ED05C}"/>
              </a:ext>
            </a:extLst>
          </p:cNvPr>
          <p:cNvCxnSpPr>
            <a:cxnSpLocks/>
            <a:stCxn id="182" idx="3"/>
            <a:endCxn id="167" idx="1"/>
          </p:cNvCxnSpPr>
          <p:nvPr/>
        </p:nvCxnSpPr>
        <p:spPr>
          <a:xfrm flipV="1">
            <a:off x="8019665" y="5508585"/>
            <a:ext cx="732553" cy="13133"/>
          </a:xfrm>
          <a:prstGeom prst="straightConnector1">
            <a:avLst/>
          </a:prstGeom>
          <a:ln>
            <a:solidFill>
              <a:schemeClr val="accent2"/>
            </a:solidFill>
            <a:prstDash val="sysDash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993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CFCDDD4D-279E-3531-4A5D-317BDF5D5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274204"/>
              </p:ext>
            </p:extLst>
          </p:nvPr>
        </p:nvGraphicFramePr>
        <p:xfrm>
          <a:off x="2035813" y="3287739"/>
          <a:ext cx="4419676" cy="2634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82320">
                  <a:extLst>
                    <a:ext uri="{9D8B030D-6E8A-4147-A177-3AD203B41FA5}">
                      <a16:colId xmlns:a16="http://schemas.microsoft.com/office/drawing/2014/main" val="2374897453"/>
                    </a:ext>
                  </a:extLst>
                </a:gridCol>
                <a:gridCol w="482320">
                  <a:extLst>
                    <a:ext uri="{9D8B030D-6E8A-4147-A177-3AD203B41FA5}">
                      <a16:colId xmlns:a16="http://schemas.microsoft.com/office/drawing/2014/main" val="1837270295"/>
                    </a:ext>
                  </a:extLst>
                </a:gridCol>
                <a:gridCol w="482320">
                  <a:extLst>
                    <a:ext uri="{9D8B030D-6E8A-4147-A177-3AD203B41FA5}">
                      <a16:colId xmlns:a16="http://schemas.microsoft.com/office/drawing/2014/main" val="556820376"/>
                    </a:ext>
                  </a:extLst>
                </a:gridCol>
                <a:gridCol w="482320">
                  <a:extLst>
                    <a:ext uri="{9D8B030D-6E8A-4147-A177-3AD203B41FA5}">
                      <a16:colId xmlns:a16="http://schemas.microsoft.com/office/drawing/2014/main" val="2270176957"/>
                    </a:ext>
                  </a:extLst>
                </a:gridCol>
                <a:gridCol w="482320">
                  <a:extLst>
                    <a:ext uri="{9D8B030D-6E8A-4147-A177-3AD203B41FA5}">
                      <a16:colId xmlns:a16="http://schemas.microsoft.com/office/drawing/2014/main" val="2828081107"/>
                    </a:ext>
                  </a:extLst>
                </a:gridCol>
                <a:gridCol w="482320">
                  <a:extLst>
                    <a:ext uri="{9D8B030D-6E8A-4147-A177-3AD203B41FA5}">
                      <a16:colId xmlns:a16="http://schemas.microsoft.com/office/drawing/2014/main" val="714098443"/>
                    </a:ext>
                  </a:extLst>
                </a:gridCol>
                <a:gridCol w="482320">
                  <a:extLst>
                    <a:ext uri="{9D8B030D-6E8A-4147-A177-3AD203B41FA5}">
                      <a16:colId xmlns:a16="http://schemas.microsoft.com/office/drawing/2014/main" val="2970949644"/>
                    </a:ext>
                  </a:extLst>
                </a:gridCol>
                <a:gridCol w="521718">
                  <a:extLst>
                    <a:ext uri="{9D8B030D-6E8A-4147-A177-3AD203B41FA5}">
                      <a16:colId xmlns:a16="http://schemas.microsoft.com/office/drawing/2014/main" val="1460190580"/>
                    </a:ext>
                  </a:extLst>
                </a:gridCol>
                <a:gridCol w="521718">
                  <a:extLst>
                    <a:ext uri="{9D8B030D-6E8A-4147-A177-3AD203B41FA5}">
                      <a16:colId xmlns:a16="http://schemas.microsoft.com/office/drawing/2014/main" val="3025987576"/>
                    </a:ext>
                  </a:extLst>
                </a:gridCol>
              </a:tblGrid>
              <a:tr h="179662">
                <a:tc>
                  <a:txBody>
                    <a:bodyPr/>
                    <a:lstStyle/>
                    <a:p>
                      <a:pPr algn="ctr" fontAlgn="ctr"/>
                      <a:r>
                        <a:rPr lang="en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(PATH-1)</a:t>
                      </a:r>
                      <a:endParaRPr lang="en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Phase-1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Phase-2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02027540"/>
                  </a:ext>
                </a:extLst>
              </a:tr>
              <a:tr h="320840">
                <a:tc>
                  <a:txBody>
                    <a:bodyPr/>
                    <a:lstStyle/>
                    <a:p>
                      <a:pPr algn="ctr" fontAlgn="ctr"/>
                      <a:r>
                        <a:rPr lang="e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LUT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X,Y </a:t>
                      </a:r>
                    </a:p>
                    <a:p>
                      <a:pPr algn="ctr" fontAlgn="ctr"/>
                      <a:r>
                        <a:rPr lang="en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Position</a:t>
                      </a:r>
                      <a:endParaRPr lang="en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Similarity- Variance Rank</a:t>
                      </a:r>
                      <a:endParaRPr lang="en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Trained Model (X,Y)</a:t>
                      </a:r>
                      <a:endParaRPr lang="en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ASDE selection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Trained Model (X,Y)</a:t>
                      </a:r>
                      <a:endParaRPr lang="en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ASDE selection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Third Trained Model (X,Y)</a:t>
                      </a:r>
                      <a:endParaRPr lang="en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endParaRPr lang="ja-JP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661356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934617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ja-JP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99485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1,7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1,7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(2.2)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1,7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(3,2)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1,7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711148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(2,2)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(3,2)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261682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(2,2)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402247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(2,2)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(3,2)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349034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5,6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5,6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(2,2)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5,6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(3,2)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5,6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0" marR="0" marT="0" marB="0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121867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ja-JP" alt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ja-JP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(2,2)</a:t>
                      </a:r>
                      <a:r>
                        <a:rPr lang="ja-JP" alt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ja-JP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(3,2)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74023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7,6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ja-JP" sz="7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7,6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(2,2)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7,6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(3,2)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7,6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161235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7,9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7,9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(2,2)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7,9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(3,2)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7,9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924963"/>
                  </a:ext>
                </a:extLst>
              </a:tr>
              <a:tr h="1706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…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960341"/>
                  </a:ext>
                </a:extLst>
              </a:tr>
              <a:tr h="1706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200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(X,Y )</a:t>
                      </a:r>
                      <a:endParaRPr lang="en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…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(X,Y )</a:t>
                      </a:r>
                      <a:endParaRPr lang="en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(X,Y )</a:t>
                      </a:r>
                      <a:endParaRPr lang="en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(X,Y )</a:t>
                      </a:r>
                      <a:endParaRPr lang="en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mpd="sng">
                      <a:noFill/>
                    </a:lnR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852910"/>
                  </a:ext>
                </a:extLst>
              </a:tr>
            </a:tbl>
          </a:graphicData>
        </a:graphic>
      </p:graphicFrame>
      <p:sp>
        <p:nvSpPr>
          <p:cNvPr id="6" name="右矢印 12">
            <a:extLst>
              <a:ext uri="{FF2B5EF4-FFF2-40B4-BE49-F238E27FC236}">
                <a16:creationId xmlns:a16="http://schemas.microsoft.com/office/drawing/2014/main" id="{26A3894B-1993-28CB-913C-95DF668C18E7}"/>
              </a:ext>
            </a:extLst>
          </p:cNvPr>
          <p:cNvSpPr>
            <a:spLocks/>
          </p:cNvSpPr>
          <p:nvPr/>
        </p:nvSpPr>
        <p:spPr>
          <a:xfrm rot="16200000">
            <a:off x="3312523" y="4003547"/>
            <a:ext cx="129771" cy="8559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右矢印 14">
            <a:extLst>
              <a:ext uri="{FF2B5EF4-FFF2-40B4-BE49-F238E27FC236}">
                <a16:creationId xmlns:a16="http://schemas.microsoft.com/office/drawing/2014/main" id="{384946C0-02EE-0E39-1823-4DD33ADD6113}"/>
              </a:ext>
            </a:extLst>
          </p:cNvPr>
          <p:cNvSpPr>
            <a:spLocks/>
          </p:cNvSpPr>
          <p:nvPr/>
        </p:nvSpPr>
        <p:spPr>
          <a:xfrm rot="16200000">
            <a:off x="4310596" y="4530513"/>
            <a:ext cx="129771" cy="8559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円/楕円 17">
            <a:extLst>
              <a:ext uri="{FF2B5EF4-FFF2-40B4-BE49-F238E27FC236}">
                <a16:creationId xmlns:a16="http://schemas.microsoft.com/office/drawing/2014/main" id="{0EBF327C-1D52-96F0-6486-F38EBAB3CCBD}"/>
              </a:ext>
            </a:extLst>
          </p:cNvPr>
          <p:cNvSpPr>
            <a:spLocks/>
          </p:cNvSpPr>
          <p:nvPr/>
        </p:nvSpPr>
        <p:spPr>
          <a:xfrm>
            <a:off x="2861639" y="3813952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円/楕円 19">
            <a:extLst>
              <a:ext uri="{FF2B5EF4-FFF2-40B4-BE49-F238E27FC236}">
                <a16:creationId xmlns:a16="http://schemas.microsoft.com/office/drawing/2014/main" id="{DE7E26A7-1B0E-9D34-9944-8E6BF26095A9}"/>
              </a:ext>
            </a:extLst>
          </p:cNvPr>
          <p:cNvSpPr>
            <a:spLocks/>
          </p:cNvSpPr>
          <p:nvPr/>
        </p:nvSpPr>
        <p:spPr>
          <a:xfrm>
            <a:off x="3819370" y="3813952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円/楕円 20">
            <a:extLst>
              <a:ext uri="{FF2B5EF4-FFF2-40B4-BE49-F238E27FC236}">
                <a16:creationId xmlns:a16="http://schemas.microsoft.com/office/drawing/2014/main" id="{48F1EE44-73B8-EAB2-1F98-7D1FAD77ECA9}"/>
              </a:ext>
            </a:extLst>
          </p:cNvPr>
          <p:cNvSpPr>
            <a:spLocks/>
          </p:cNvSpPr>
          <p:nvPr/>
        </p:nvSpPr>
        <p:spPr>
          <a:xfrm>
            <a:off x="3819370" y="3981458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円/楕円 23">
            <a:extLst>
              <a:ext uri="{FF2B5EF4-FFF2-40B4-BE49-F238E27FC236}">
                <a16:creationId xmlns:a16="http://schemas.microsoft.com/office/drawing/2014/main" id="{790ADF83-129C-7AE7-2046-8127DA9D59F8}"/>
              </a:ext>
            </a:extLst>
          </p:cNvPr>
          <p:cNvSpPr>
            <a:spLocks/>
          </p:cNvSpPr>
          <p:nvPr/>
        </p:nvSpPr>
        <p:spPr>
          <a:xfrm>
            <a:off x="4772778" y="3813952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円/楕円 24">
            <a:extLst>
              <a:ext uri="{FF2B5EF4-FFF2-40B4-BE49-F238E27FC236}">
                <a16:creationId xmlns:a16="http://schemas.microsoft.com/office/drawing/2014/main" id="{FA43A19D-C68E-FC1B-19B2-829862B61633}"/>
              </a:ext>
            </a:extLst>
          </p:cNvPr>
          <p:cNvSpPr>
            <a:spLocks/>
          </p:cNvSpPr>
          <p:nvPr/>
        </p:nvSpPr>
        <p:spPr>
          <a:xfrm>
            <a:off x="4772778" y="3981458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円/楕円 25">
            <a:extLst>
              <a:ext uri="{FF2B5EF4-FFF2-40B4-BE49-F238E27FC236}">
                <a16:creationId xmlns:a16="http://schemas.microsoft.com/office/drawing/2014/main" id="{0B5E717C-CD08-C3A5-CB84-D643630E7274}"/>
              </a:ext>
            </a:extLst>
          </p:cNvPr>
          <p:cNvSpPr>
            <a:spLocks/>
          </p:cNvSpPr>
          <p:nvPr/>
        </p:nvSpPr>
        <p:spPr>
          <a:xfrm>
            <a:off x="4792359" y="4551878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円/楕円 29">
            <a:extLst>
              <a:ext uri="{FF2B5EF4-FFF2-40B4-BE49-F238E27FC236}">
                <a16:creationId xmlns:a16="http://schemas.microsoft.com/office/drawing/2014/main" id="{C801D565-91F0-CCDD-9145-7619C3F0E184}"/>
              </a:ext>
            </a:extLst>
          </p:cNvPr>
          <p:cNvSpPr>
            <a:spLocks/>
          </p:cNvSpPr>
          <p:nvPr/>
        </p:nvSpPr>
        <p:spPr>
          <a:xfrm>
            <a:off x="5768707" y="3813952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円/楕円 30">
            <a:extLst>
              <a:ext uri="{FF2B5EF4-FFF2-40B4-BE49-F238E27FC236}">
                <a16:creationId xmlns:a16="http://schemas.microsoft.com/office/drawing/2014/main" id="{2D142212-515B-B5A0-E5D8-6DA6B76BA4E2}"/>
              </a:ext>
            </a:extLst>
          </p:cNvPr>
          <p:cNvSpPr>
            <a:spLocks/>
          </p:cNvSpPr>
          <p:nvPr/>
        </p:nvSpPr>
        <p:spPr>
          <a:xfrm>
            <a:off x="5768707" y="3981458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円/楕円 31">
            <a:extLst>
              <a:ext uri="{FF2B5EF4-FFF2-40B4-BE49-F238E27FC236}">
                <a16:creationId xmlns:a16="http://schemas.microsoft.com/office/drawing/2014/main" id="{9B13ACED-57E0-CD49-4BEF-57BE0C1FCBF1}"/>
              </a:ext>
            </a:extLst>
          </p:cNvPr>
          <p:cNvSpPr>
            <a:spLocks/>
          </p:cNvSpPr>
          <p:nvPr/>
        </p:nvSpPr>
        <p:spPr>
          <a:xfrm>
            <a:off x="5768707" y="4690141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円/楕円 32">
            <a:extLst>
              <a:ext uri="{FF2B5EF4-FFF2-40B4-BE49-F238E27FC236}">
                <a16:creationId xmlns:a16="http://schemas.microsoft.com/office/drawing/2014/main" id="{2482713A-00B3-E16C-2227-38664A3D6C2A}"/>
              </a:ext>
            </a:extLst>
          </p:cNvPr>
          <p:cNvSpPr>
            <a:spLocks/>
          </p:cNvSpPr>
          <p:nvPr/>
        </p:nvSpPr>
        <p:spPr>
          <a:xfrm>
            <a:off x="5768707" y="4877896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円/楕円 35">
            <a:extLst>
              <a:ext uri="{FF2B5EF4-FFF2-40B4-BE49-F238E27FC236}">
                <a16:creationId xmlns:a16="http://schemas.microsoft.com/office/drawing/2014/main" id="{C2F4740F-B468-4F52-9FF5-FCB3E694399B}"/>
              </a:ext>
            </a:extLst>
          </p:cNvPr>
          <p:cNvSpPr>
            <a:spLocks/>
          </p:cNvSpPr>
          <p:nvPr/>
        </p:nvSpPr>
        <p:spPr>
          <a:xfrm>
            <a:off x="5777449" y="5437479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C061DD-5666-8B9F-F753-474AA13BAB93}"/>
              </a:ext>
            </a:extLst>
          </p:cNvPr>
          <p:cNvCxnSpPr>
            <a:cxnSpLocks/>
          </p:cNvCxnSpPr>
          <p:nvPr/>
        </p:nvCxnSpPr>
        <p:spPr>
          <a:xfrm>
            <a:off x="4328371" y="2854168"/>
            <a:ext cx="4275592" cy="0"/>
          </a:xfrm>
          <a:prstGeom prst="line">
            <a:avLst/>
          </a:prstGeom>
          <a:ln w="508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1CDEE0C-77B3-D82D-CDE5-C9F9C3297AF0}"/>
              </a:ext>
            </a:extLst>
          </p:cNvPr>
          <p:cNvCxnSpPr>
            <a:cxnSpLocks/>
          </p:cNvCxnSpPr>
          <p:nvPr/>
        </p:nvCxnSpPr>
        <p:spPr>
          <a:xfrm>
            <a:off x="6402824" y="2542521"/>
            <a:ext cx="0" cy="31164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E981C20-1F98-23A2-7F64-FA5025E49259}"/>
              </a:ext>
            </a:extLst>
          </p:cNvPr>
          <p:cNvCxnSpPr>
            <a:cxnSpLocks/>
          </p:cNvCxnSpPr>
          <p:nvPr/>
        </p:nvCxnSpPr>
        <p:spPr>
          <a:xfrm>
            <a:off x="4332684" y="2854168"/>
            <a:ext cx="0" cy="44432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37AD65C-F26D-5A87-350D-2826C912DB41}"/>
              </a:ext>
            </a:extLst>
          </p:cNvPr>
          <p:cNvCxnSpPr>
            <a:cxnSpLocks/>
          </p:cNvCxnSpPr>
          <p:nvPr/>
        </p:nvCxnSpPr>
        <p:spPr>
          <a:xfrm>
            <a:off x="8116499" y="2843415"/>
            <a:ext cx="0" cy="444324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表 3">
            <a:extLst>
              <a:ext uri="{FF2B5EF4-FFF2-40B4-BE49-F238E27FC236}">
                <a16:creationId xmlns:a16="http://schemas.microsoft.com/office/drawing/2014/main" id="{FAE92CF5-D62B-F1EC-9347-55B0D9E386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945054"/>
              </p:ext>
            </p:extLst>
          </p:nvPr>
        </p:nvGraphicFramePr>
        <p:xfrm>
          <a:off x="6859260" y="3321136"/>
          <a:ext cx="4419676" cy="26682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82320">
                  <a:extLst>
                    <a:ext uri="{9D8B030D-6E8A-4147-A177-3AD203B41FA5}">
                      <a16:colId xmlns:a16="http://schemas.microsoft.com/office/drawing/2014/main" val="2374897453"/>
                    </a:ext>
                  </a:extLst>
                </a:gridCol>
                <a:gridCol w="482320">
                  <a:extLst>
                    <a:ext uri="{9D8B030D-6E8A-4147-A177-3AD203B41FA5}">
                      <a16:colId xmlns:a16="http://schemas.microsoft.com/office/drawing/2014/main" val="1837270295"/>
                    </a:ext>
                  </a:extLst>
                </a:gridCol>
                <a:gridCol w="482320">
                  <a:extLst>
                    <a:ext uri="{9D8B030D-6E8A-4147-A177-3AD203B41FA5}">
                      <a16:colId xmlns:a16="http://schemas.microsoft.com/office/drawing/2014/main" val="556820376"/>
                    </a:ext>
                  </a:extLst>
                </a:gridCol>
                <a:gridCol w="482320">
                  <a:extLst>
                    <a:ext uri="{9D8B030D-6E8A-4147-A177-3AD203B41FA5}">
                      <a16:colId xmlns:a16="http://schemas.microsoft.com/office/drawing/2014/main" val="2270176957"/>
                    </a:ext>
                  </a:extLst>
                </a:gridCol>
                <a:gridCol w="482320">
                  <a:extLst>
                    <a:ext uri="{9D8B030D-6E8A-4147-A177-3AD203B41FA5}">
                      <a16:colId xmlns:a16="http://schemas.microsoft.com/office/drawing/2014/main" val="2828081107"/>
                    </a:ext>
                  </a:extLst>
                </a:gridCol>
                <a:gridCol w="482320">
                  <a:extLst>
                    <a:ext uri="{9D8B030D-6E8A-4147-A177-3AD203B41FA5}">
                      <a16:colId xmlns:a16="http://schemas.microsoft.com/office/drawing/2014/main" val="714098443"/>
                    </a:ext>
                  </a:extLst>
                </a:gridCol>
                <a:gridCol w="482320">
                  <a:extLst>
                    <a:ext uri="{9D8B030D-6E8A-4147-A177-3AD203B41FA5}">
                      <a16:colId xmlns:a16="http://schemas.microsoft.com/office/drawing/2014/main" val="2970949644"/>
                    </a:ext>
                  </a:extLst>
                </a:gridCol>
                <a:gridCol w="521718">
                  <a:extLst>
                    <a:ext uri="{9D8B030D-6E8A-4147-A177-3AD203B41FA5}">
                      <a16:colId xmlns:a16="http://schemas.microsoft.com/office/drawing/2014/main" val="1460190580"/>
                    </a:ext>
                  </a:extLst>
                </a:gridCol>
                <a:gridCol w="521718">
                  <a:extLst>
                    <a:ext uri="{9D8B030D-6E8A-4147-A177-3AD203B41FA5}">
                      <a16:colId xmlns:a16="http://schemas.microsoft.com/office/drawing/2014/main" val="3025987576"/>
                    </a:ext>
                  </a:extLst>
                </a:gridCol>
              </a:tblGrid>
              <a:tr h="179662">
                <a:tc>
                  <a:txBody>
                    <a:bodyPr/>
                    <a:lstStyle/>
                    <a:p>
                      <a:pPr algn="ctr" fontAlgn="ctr"/>
                      <a:r>
                        <a:rPr lang="en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(PATH-2)</a:t>
                      </a:r>
                      <a:endParaRPr lang="en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Phase-1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Phase-2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ja-JP" altLang="en-US" sz="12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34" charset="-128"/>
                        <a:ea typeface="游ゴシック" panose="020B0400000000000000" pitchFamily="34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02027540"/>
                  </a:ext>
                </a:extLst>
              </a:tr>
              <a:tr h="320840">
                <a:tc>
                  <a:txBody>
                    <a:bodyPr/>
                    <a:lstStyle/>
                    <a:p>
                      <a:pPr algn="ctr" fontAlgn="ctr"/>
                      <a:r>
                        <a:rPr lang="e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LUT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X,Y </a:t>
                      </a:r>
                    </a:p>
                    <a:p>
                      <a:pPr algn="ctr" fontAlgn="ctr"/>
                      <a:r>
                        <a:rPr lang="en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Position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Similarity- Variance Rank</a:t>
                      </a:r>
                      <a:endParaRPr lang="en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</a:t>
                      </a:r>
                      <a:r>
                        <a:rPr 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Trained</a:t>
                      </a:r>
                      <a:r>
                        <a:rPr lang="en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 (X,Y)</a:t>
                      </a:r>
                      <a:endParaRPr lang="en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ASDE selection</a:t>
                      </a:r>
                      <a:endParaRPr lang="en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 Trained Model (X,Y)</a:t>
                      </a:r>
                      <a:endParaRPr lang="en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ASDE selection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Third Trained Model (X,Y)</a:t>
                      </a:r>
                      <a:endParaRPr lang="en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 fontAlgn="ctr"/>
                      <a:endParaRPr lang="ja-JP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661356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934617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99485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(2,3)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(1,3)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711148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2,2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2,2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(2,3)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2,2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(1,3)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2,2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261682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3,1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3,1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(2,3)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3,1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3,1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402247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(2,3)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(1,3)</a:t>
                      </a:r>
                    </a:p>
                    <a:p>
                      <a:pPr algn="ctr" fontAlgn="ctr"/>
                      <a:endParaRPr lang="ja-JP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349034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(2,3)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(1,3)</a:t>
                      </a:r>
                      <a:r>
                        <a:rPr lang="ja-JP" alt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ja-JP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0" marR="0" marT="0" marB="0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121867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6,2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ja-JP" alt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ja-JP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6,2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(2,3)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6,2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(1,3)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6,2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74023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7,1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ja-JP" sz="7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7,1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(2,3)</a:t>
                      </a:r>
                      <a:r>
                        <a:rPr lang="ja-JP" alt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ja-JP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7,1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(1,3)</a:t>
                      </a:r>
                      <a:r>
                        <a:rPr lang="ja-JP" alt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　</a:t>
                      </a:r>
                      <a:endParaRPr lang="ja-JP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7,1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161235"/>
                  </a:ext>
                </a:extLst>
              </a:tr>
              <a:tr h="1792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(2,3)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(1,3)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8,0</a:t>
                      </a:r>
                      <a:endParaRPr lang="en-US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924963"/>
                  </a:ext>
                </a:extLst>
              </a:tr>
              <a:tr h="1706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…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960341"/>
                  </a:ext>
                </a:extLst>
              </a:tr>
              <a:tr h="1706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200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(X,Y )</a:t>
                      </a:r>
                      <a:endParaRPr lang="en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…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(X,Y )</a:t>
                      </a:r>
                      <a:endParaRPr lang="en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(X,Y )</a:t>
                      </a:r>
                      <a:endParaRPr lang="en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(X,Y )</a:t>
                      </a:r>
                      <a:endParaRPr lang="en" altLang="ja-JP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34" charset="-128"/>
                          <a:cs typeface="Times New Roman" panose="02020603050405020304" pitchFamily="18" charset="0"/>
                        </a:rPr>
                        <a:t>..</a:t>
                      </a:r>
                      <a:endParaRPr lang="ja-JP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34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R w="12700" cmpd="sng">
                      <a:noFill/>
                    </a:lnR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852910"/>
                  </a:ext>
                </a:extLst>
              </a:tr>
            </a:tbl>
          </a:graphicData>
        </a:graphic>
      </p:graphicFrame>
      <p:sp>
        <p:nvSpPr>
          <p:cNvPr id="37" name="右矢印 12">
            <a:extLst>
              <a:ext uri="{FF2B5EF4-FFF2-40B4-BE49-F238E27FC236}">
                <a16:creationId xmlns:a16="http://schemas.microsoft.com/office/drawing/2014/main" id="{AA31FF73-EA85-EFDF-E4AB-5F99F5A20515}"/>
              </a:ext>
            </a:extLst>
          </p:cNvPr>
          <p:cNvSpPr>
            <a:spLocks/>
          </p:cNvSpPr>
          <p:nvPr/>
        </p:nvSpPr>
        <p:spPr>
          <a:xfrm rot="16200000">
            <a:off x="8135970" y="4036943"/>
            <a:ext cx="129771" cy="8559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右矢印 14">
            <a:extLst>
              <a:ext uri="{FF2B5EF4-FFF2-40B4-BE49-F238E27FC236}">
                <a16:creationId xmlns:a16="http://schemas.microsoft.com/office/drawing/2014/main" id="{6580A65F-9C97-9943-07CA-B1081D53D18A}"/>
              </a:ext>
            </a:extLst>
          </p:cNvPr>
          <p:cNvSpPr>
            <a:spLocks/>
          </p:cNvSpPr>
          <p:nvPr/>
        </p:nvSpPr>
        <p:spPr>
          <a:xfrm rot="16200000">
            <a:off x="9120532" y="4604580"/>
            <a:ext cx="129771" cy="8559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右矢印 16">
            <a:extLst>
              <a:ext uri="{FF2B5EF4-FFF2-40B4-BE49-F238E27FC236}">
                <a16:creationId xmlns:a16="http://schemas.microsoft.com/office/drawing/2014/main" id="{2F27FA8F-1BCC-DAE4-67BA-A71A810D5E60}"/>
              </a:ext>
            </a:extLst>
          </p:cNvPr>
          <p:cNvSpPr>
            <a:spLocks/>
          </p:cNvSpPr>
          <p:nvPr/>
        </p:nvSpPr>
        <p:spPr>
          <a:xfrm rot="16200000">
            <a:off x="10094551" y="4239320"/>
            <a:ext cx="129771" cy="8559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円/楕円 17">
            <a:extLst>
              <a:ext uri="{FF2B5EF4-FFF2-40B4-BE49-F238E27FC236}">
                <a16:creationId xmlns:a16="http://schemas.microsoft.com/office/drawing/2014/main" id="{78202459-2432-860C-5E80-589F5850B7A1}"/>
              </a:ext>
            </a:extLst>
          </p:cNvPr>
          <p:cNvSpPr>
            <a:spLocks/>
          </p:cNvSpPr>
          <p:nvPr/>
        </p:nvSpPr>
        <p:spPr>
          <a:xfrm>
            <a:off x="7685086" y="3847349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円/楕円 19">
            <a:extLst>
              <a:ext uri="{FF2B5EF4-FFF2-40B4-BE49-F238E27FC236}">
                <a16:creationId xmlns:a16="http://schemas.microsoft.com/office/drawing/2014/main" id="{5F7DF349-8117-5190-C1E4-BB5F421BF9C6}"/>
              </a:ext>
            </a:extLst>
          </p:cNvPr>
          <p:cNvSpPr>
            <a:spLocks/>
          </p:cNvSpPr>
          <p:nvPr/>
        </p:nvSpPr>
        <p:spPr>
          <a:xfrm>
            <a:off x="8642817" y="3847349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円/楕円 20">
            <a:extLst>
              <a:ext uri="{FF2B5EF4-FFF2-40B4-BE49-F238E27FC236}">
                <a16:creationId xmlns:a16="http://schemas.microsoft.com/office/drawing/2014/main" id="{3261797E-6693-B66D-660D-E575F0DE4C1C}"/>
              </a:ext>
            </a:extLst>
          </p:cNvPr>
          <p:cNvSpPr>
            <a:spLocks/>
          </p:cNvSpPr>
          <p:nvPr/>
        </p:nvSpPr>
        <p:spPr>
          <a:xfrm>
            <a:off x="8642817" y="4014855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円/楕円 23">
            <a:extLst>
              <a:ext uri="{FF2B5EF4-FFF2-40B4-BE49-F238E27FC236}">
                <a16:creationId xmlns:a16="http://schemas.microsoft.com/office/drawing/2014/main" id="{C580E7CA-83A4-86D1-E817-94DBC453204F}"/>
              </a:ext>
            </a:extLst>
          </p:cNvPr>
          <p:cNvSpPr>
            <a:spLocks/>
          </p:cNvSpPr>
          <p:nvPr/>
        </p:nvSpPr>
        <p:spPr>
          <a:xfrm>
            <a:off x="9596225" y="3847349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円/楕円 24">
            <a:extLst>
              <a:ext uri="{FF2B5EF4-FFF2-40B4-BE49-F238E27FC236}">
                <a16:creationId xmlns:a16="http://schemas.microsoft.com/office/drawing/2014/main" id="{E9CD5CF5-3BA0-1251-08CA-12DBDA03BC8F}"/>
              </a:ext>
            </a:extLst>
          </p:cNvPr>
          <p:cNvSpPr>
            <a:spLocks/>
          </p:cNvSpPr>
          <p:nvPr/>
        </p:nvSpPr>
        <p:spPr>
          <a:xfrm>
            <a:off x="9596225" y="4014855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円/楕円 25">
            <a:extLst>
              <a:ext uri="{FF2B5EF4-FFF2-40B4-BE49-F238E27FC236}">
                <a16:creationId xmlns:a16="http://schemas.microsoft.com/office/drawing/2014/main" id="{1532AEC0-8E7D-F497-F336-92ADFA7DC36B}"/>
              </a:ext>
            </a:extLst>
          </p:cNvPr>
          <p:cNvSpPr>
            <a:spLocks/>
          </p:cNvSpPr>
          <p:nvPr/>
        </p:nvSpPr>
        <p:spPr>
          <a:xfrm>
            <a:off x="9601273" y="4573310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円/楕円 27">
            <a:extLst>
              <a:ext uri="{FF2B5EF4-FFF2-40B4-BE49-F238E27FC236}">
                <a16:creationId xmlns:a16="http://schemas.microsoft.com/office/drawing/2014/main" id="{6FCE6C98-5AC0-C773-8DB2-56B3FDB54AAE}"/>
              </a:ext>
            </a:extLst>
          </p:cNvPr>
          <p:cNvSpPr>
            <a:spLocks/>
          </p:cNvSpPr>
          <p:nvPr/>
        </p:nvSpPr>
        <p:spPr>
          <a:xfrm>
            <a:off x="9613469" y="4210330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円/楕円 29">
            <a:extLst>
              <a:ext uri="{FF2B5EF4-FFF2-40B4-BE49-F238E27FC236}">
                <a16:creationId xmlns:a16="http://schemas.microsoft.com/office/drawing/2014/main" id="{14910B23-246E-1560-4513-336B34C5A7C9}"/>
              </a:ext>
            </a:extLst>
          </p:cNvPr>
          <p:cNvSpPr>
            <a:spLocks/>
          </p:cNvSpPr>
          <p:nvPr/>
        </p:nvSpPr>
        <p:spPr>
          <a:xfrm>
            <a:off x="10592154" y="3847349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円/楕円 30">
            <a:extLst>
              <a:ext uri="{FF2B5EF4-FFF2-40B4-BE49-F238E27FC236}">
                <a16:creationId xmlns:a16="http://schemas.microsoft.com/office/drawing/2014/main" id="{2F341DBB-991C-3374-1DA6-633B8868D6CE}"/>
              </a:ext>
            </a:extLst>
          </p:cNvPr>
          <p:cNvSpPr>
            <a:spLocks/>
          </p:cNvSpPr>
          <p:nvPr/>
        </p:nvSpPr>
        <p:spPr>
          <a:xfrm>
            <a:off x="10592154" y="4014855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円/楕円 31">
            <a:extLst>
              <a:ext uri="{FF2B5EF4-FFF2-40B4-BE49-F238E27FC236}">
                <a16:creationId xmlns:a16="http://schemas.microsoft.com/office/drawing/2014/main" id="{FCC19F27-66C3-8568-04CE-C4DC1DC29ADA}"/>
              </a:ext>
            </a:extLst>
          </p:cNvPr>
          <p:cNvSpPr>
            <a:spLocks/>
          </p:cNvSpPr>
          <p:nvPr/>
        </p:nvSpPr>
        <p:spPr>
          <a:xfrm>
            <a:off x="10592154" y="4232626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円/楕円 32">
            <a:extLst>
              <a:ext uri="{FF2B5EF4-FFF2-40B4-BE49-F238E27FC236}">
                <a16:creationId xmlns:a16="http://schemas.microsoft.com/office/drawing/2014/main" id="{92F1FC33-458D-ECBE-EB68-A77A39BAD897}"/>
              </a:ext>
            </a:extLst>
          </p:cNvPr>
          <p:cNvSpPr>
            <a:spLocks/>
          </p:cNvSpPr>
          <p:nvPr/>
        </p:nvSpPr>
        <p:spPr>
          <a:xfrm>
            <a:off x="10592154" y="4573310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円/楕円 33">
            <a:extLst>
              <a:ext uri="{FF2B5EF4-FFF2-40B4-BE49-F238E27FC236}">
                <a16:creationId xmlns:a16="http://schemas.microsoft.com/office/drawing/2014/main" id="{31B6F6A2-01B3-72B0-4D71-C4FB2EC82B7A}"/>
              </a:ext>
            </a:extLst>
          </p:cNvPr>
          <p:cNvSpPr>
            <a:spLocks/>
          </p:cNvSpPr>
          <p:nvPr/>
        </p:nvSpPr>
        <p:spPr>
          <a:xfrm>
            <a:off x="10592154" y="5126795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円/楕円 34">
            <a:extLst>
              <a:ext uri="{FF2B5EF4-FFF2-40B4-BE49-F238E27FC236}">
                <a16:creationId xmlns:a16="http://schemas.microsoft.com/office/drawing/2014/main" id="{BFB63A3D-2357-E330-DD11-706F35AA3D09}"/>
              </a:ext>
            </a:extLst>
          </p:cNvPr>
          <p:cNvSpPr>
            <a:spLocks/>
          </p:cNvSpPr>
          <p:nvPr/>
        </p:nvSpPr>
        <p:spPr>
          <a:xfrm>
            <a:off x="10592154" y="5282199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円/楕円 35">
            <a:extLst>
              <a:ext uri="{FF2B5EF4-FFF2-40B4-BE49-F238E27FC236}">
                <a16:creationId xmlns:a16="http://schemas.microsoft.com/office/drawing/2014/main" id="{BB17E989-6E81-FA79-8C48-FBD357C95254}"/>
              </a:ext>
            </a:extLst>
          </p:cNvPr>
          <p:cNvSpPr>
            <a:spLocks/>
          </p:cNvSpPr>
          <p:nvPr/>
        </p:nvSpPr>
        <p:spPr>
          <a:xfrm>
            <a:off x="10600896" y="5470876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73BB77F-4314-8BEE-43B7-EC218A68DD1D}"/>
              </a:ext>
            </a:extLst>
          </p:cNvPr>
          <p:cNvCxnSpPr>
            <a:cxnSpLocks/>
          </p:cNvCxnSpPr>
          <p:nvPr/>
        </p:nvCxnSpPr>
        <p:spPr>
          <a:xfrm>
            <a:off x="8454357" y="2854168"/>
            <a:ext cx="950849" cy="0"/>
          </a:xfrm>
          <a:prstGeom prst="line">
            <a:avLst/>
          </a:prstGeom>
          <a:ln w="50800">
            <a:solidFill>
              <a:schemeClr val="tx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2D58EFD-AF12-0B6E-B39D-C66AA0002FF6}"/>
              </a:ext>
            </a:extLst>
          </p:cNvPr>
          <p:cNvSpPr txBox="1">
            <a:spLocks/>
          </p:cNvSpPr>
          <p:nvPr/>
        </p:nvSpPr>
        <p:spPr>
          <a:xfrm>
            <a:off x="4578348" y="3009488"/>
            <a:ext cx="556563" cy="24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Path-1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F4FC6D-5177-413A-88A4-B885FEB291C5}"/>
              </a:ext>
            </a:extLst>
          </p:cNvPr>
          <p:cNvSpPr txBox="1">
            <a:spLocks/>
          </p:cNvSpPr>
          <p:nvPr/>
        </p:nvSpPr>
        <p:spPr>
          <a:xfrm>
            <a:off x="8487625" y="3085952"/>
            <a:ext cx="556563" cy="24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Path-2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F9E2DEB-D72C-4305-DCBF-69B7A10D6B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6640211"/>
              </p:ext>
            </p:extLst>
          </p:nvPr>
        </p:nvGraphicFramePr>
        <p:xfrm>
          <a:off x="5766909" y="852580"/>
          <a:ext cx="1271830" cy="1680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1877">
                  <a:extLst>
                    <a:ext uri="{9D8B030D-6E8A-4147-A177-3AD203B41FA5}">
                      <a16:colId xmlns:a16="http://schemas.microsoft.com/office/drawing/2014/main" val="730496659"/>
                    </a:ext>
                  </a:extLst>
                </a:gridCol>
                <a:gridCol w="392029">
                  <a:extLst>
                    <a:ext uri="{9D8B030D-6E8A-4147-A177-3AD203B41FA5}">
                      <a16:colId xmlns:a16="http://schemas.microsoft.com/office/drawing/2014/main" val="1479535020"/>
                    </a:ext>
                  </a:extLst>
                </a:gridCol>
                <a:gridCol w="378962">
                  <a:extLst>
                    <a:ext uri="{9D8B030D-6E8A-4147-A177-3AD203B41FA5}">
                      <a16:colId xmlns:a16="http://schemas.microsoft.com/office/drawing/2014/main" val="3765128528"/>
                    </a:ext>
                  </a:extLst>
                </a:gridCol>
                <a:gridCol w="378962">
                  <a:extLst>
                    <a:ext uri="{9D8B030D-6E8A-4147-A177-3AD203B41FA5}">
                      <a16:colId xmlns:a16="http://schemas.microsoft.com/office/drawing/2014/main" val="4186307008"/>
                    </a:ext>
                  </a:extLst>
                </a:gridCol>
              </a:tblGrid>
              <a:tr h="10219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LUT Position</a:t>
                      </a:r>
                    </a:p>
                  </a:txBody>
                  <a:tcPr marL="5376" marR="5376" marT="5376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</a:t>
                      </a:r>
                    </a:p>
                  </a:txBody>
                  <a:tcPr marL="5376" marR="5376" marT="5376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Measured Value</a:t>
                      </a:r>
                    </a:p>
                  </a:txBody>
                  <a:tcPr marL="5376" marR="5376" marT="5376" marB="0" anchor="ctr"/>
                </a:tc>
                <a:extLst>
                  <a:ext uri="{0D108BD9-81ED-4DB2-BD59-A6C34878D82A}">
                    <a16:rowId xmlns:a16="http://schemas.microsoft.com/office/drawing/2014/main" val="1744926724"/>
                  </a:ext>
                </a:extLst>
              </a:tr>
              <a:tr h="1021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1506448"/>
                  </a:ext>
                </a:extLst>
              </a:tr>
              <a:tr h="1021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5376" marR="5376" marT="5376" marB="0" anchor="ctr"/>
                </a:tc>
                <a:extLst>
                  <a:ext uri="{0D108BD9-81ED-4DB2-BD59-A6C34878D82A}">
                    <a16:rowId xmlns:a16="http://schemas.microsoft.com/office/drawing/2014/main" val="3727903119"/>
                  </a:ext>
                </a:extLst>
              </a:tr>
              <a:tr h="1021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5376" marR="5376" marT="5376" marB="0" anchor="ctr"/>
                </a:tc>
                <a:extLst>
                  <a:ext uri="{0D108BD9-81ED-4DB2-BD59-A6C34878D82A}">
                    <a16:rowId xmlns:a16="http://schemas.microsoft.com/office/drawing/2014/main" val="2720343682"/>
                  </a:ext>
                </a:extLst>
              </a:tr>
              <a:tr h="1021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5376" marR="5376" marT="5376" marB="0" anchor="ctr"/>
                </a:tc>
                <a:extLst>
                  <a:ext uri="{0D108BD9-81ED-4DB2-BD59-A6C34878D82A}">
                    <a16:rowId xmlns:a16="http://schemas.microsoft.com/office/drawing/2014/main" val="1196524324"/>
                  </a:ext>
                </a:extLst>
              </a:tr>
              <a:tr h="1021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5376" marR="5376" marT="5376" marB="0" anchor="ctr"/>
                </a:tc>
                <a:extLst>
                  <a:ext uri="{0D108BD9-81ED-4DB2-BD59-A6C34878D82A}">
                    <a16:rowId xmlns:a16="http://schemas.microsoft.com/office/drawing/2014/main" val="3480240111"/>
                  </a:ext>
                </a:extLst>
              </a:tr>
              <a:tr h="1021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5376" marR="5376" marT="5376" marB="0" anchor="ctr"/>
                </a:tc>
                <a:extLst>
                  <a:ext uri="{0D108BD9-81ED-4DB2-BD59-A6C34878D82A}">
                    <a16:rowId xmlns:a16="http://schemas.microsoft.com/office/drawing/2014/main" val="2568984033"/>
                  </a:ext>
                </a:extLst>
              </a:tr>
              <a:tr h="1021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</a:t>
                      </a:r>
                    </a:p>
                  </a:txBody>
                  <a:tcPr marL="5376" marR="5376" marT="5376" marB="0" anchor="ctr"/>
                </a:tc>
                <a:extLst>
                  <a:ext uri="{0D108BD9-81ED-4DB2-BD59-A6C34878D82A}">
                    <a16:rowId xmlns:a16="http://schemas.microsoft.com/office/drawing/2014/main" val="3451244896"/>
                  </a:ext>
                </a:extLst>
              </a:tr>
              <a:tr h="1021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extLst>
                  <a:ext uri="{0D108BD9-81ED-4DB2-BD59-A6C34878D82A}">
                    <a16:rowId xmlns:a16="http://schemas.microsoft.com/office/drawing/2014/main" val="1369436222"/>
                  </a:ext>
                </a:extLst>
              </a:tr>
              <a:tr h="1021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extLst>
                  <a:ext uri="{0D108BD9-81ED-4DB2-BD59-A6C34878D82A}">
                    <a16:rowId xmlns:a16="http://schemas.microsoft.com/office/drawing/2014/main" val="4229274264"/>
                  </a:ext>
                </a:extLst>
              </a:tr>
              <a:tr h="1021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extLst>
                  <a:ext uri="{0D108BD9-81ED-4DB2-BD59-A6C34878D82A}">
                    <a16:rowId xmlns:a16="http://schemas.microsoft.com/office/drawing/2014/main" val="3352604507"/>
                  </a:ext>
                </a:extLst>
              </a:tr>
              <a:tr h="1021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extLst>
                  <a:ext uri="{0D108BD9-81ED-4DB2-BD59-A6C34878D82A}">
                    <a16:rowId xmlns:a16="http://schemas.microsoft.com/office/drawing/2014/main" val="3369030962"/>
                  </a:ext>
                </a:extLst>
              </a:tr>
              <a:tr h="1021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extLst>
                  <a:ext uri="{0D108BD9-81ED-4DB2-BD59-A6C34878D82A}">
                    <a16:rowId xmlns:a16="http://schemas.microsoft.com/office/drawing/2014/main" val="3746648468"/>
                  </a:ext>
                </a:extLst>
              </a:tr>
              <a:tr h="1021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extLst>
                  <a:ext uri="{0D108BD9-81ED-4DB2-BD59-A6C34878D82A}">
                    <a16:rowId xmlns:a16="http://schemas.microsoft.com/office/drawing/2014/main" val="2416919717"/>
                  </a:ext>
                </a:extLst>
              </a:tr>
              <a:tr h="1021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6" marR="5376" marT="5376" marB="0" anchor="ctr"/>
                </a:tc>
                <a:extLst>
                  <a:ext uri="{0D108BD9-81ED-4DB2-BD59-A6C34878D82A}">
                    <a16:rowId xmlns:a16="http://schemas.microsoft.com/office/drawing/2014/main" val="272706853"/>
                  </a:ext>
                </a:extLst>
              </a:tr>
            </a:tbl>
          </a:graphicData>
        </a:graphic>
      </p:graphicFrame>
      <p:sp>
        <p:nvSpPr>
          <p:cNvPr id="2" name="円/楕円 20">
            <a:extLst>
              <a:ext uri="{FF2B5EF4-FFF2-40B4-BE49-F238E27FC236}">
                <a16:creationId xmlns:a16="http://schemas.microsoft.com/office/drawing/2014/main" id="{DD977104-27FC-AF28-D939-A7B28F0D0C43}"/>
              </a:ext>
            </a:extLst>
          </p:cNvPr>
          <p:cNvSpPr>
            <a:spLocks/>
          </p:cNvSpPr>
          <p:nvPr/>
        </p:nvSpPr>
        <p:spPr>
          <a:xfrm>
            <a:off x="3829514" y="4541210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右矢印 16">
            <a:extLst>
              <a:ext uri="{FF2B5EF4-FFF2-40B4-BE49-F238E27FC236}">
                <a16:creationId xmlns:a16="http://schemas.microsoft.com/office/drawing/2014/main" id="{B4E7CAD2-E40E-8A93-8F26-13983E50B6F8}"/>
              </a:ext>
            </a:extLst>
          </p:cNvPr>
          <p:cNvSpPr>
            <a:spLocks/>
          </p:cNvSpPr>
          <p:nvPr/>
        </p:nvSpPr>
        <p:spPr>
          <a:xfrm rot="16200000">
            <a:off x="5263240" y="4721696"/>
            <a:ext cx="129771" cy="8559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円/楕円 25">
            <a:extLst>
              <a:ext uri="{FF2B5EF4-FFF2-40B4-BE49-F238E27FC236}">
                <a16:creationId xmlns:a16="http://schemas.microsoft.com/office/drawing/2014/main" id="{FF13E5D3-D90D-AA29-8989-3CE7CC64E930}"/>
              </a:ext>
            </a:extLst>
          </p:cNvPr>
          <p:cNvSpPr>
            <a:spLocks/>
          </p:cNvSpPr>
          <p:nvPr/>
        </p:nvSpPr>
        <p:spPr>
          <a:xfrm>
            <a:off x="4787364" y="4715696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円/楕円 31">
            <a:extLst>
              <a:ext uri="{FF2B5EF4-FFF2-40B4-BE49-F238E27FC236}">
                <a16:creationId xmlns:a16="http://schemas.microsoft.com/office/drawing/2014/main" id="{9F10AF80-B2F4-A8B2-EBCC-4D3A7835FEF4}"/>
              </a:ext>
            </a:extLst>
          </p:cNvPr>
          <p:cNvSpPr>
            <a:spLocks/>
          </p:cNvSpPr>
          <p:nvPr/>
        </p:nvSpPr>
        <p:spPr>
          <a:xfrm>
            <a:off x="5758727" y="4527683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円/楕円 20">
            <a:extLst>
              <a:ext uri="{FF2B5EF4-FFF2-40B4-BE49-F238E27FC236}">
                <a16:creationId xmlns:a16="http://schemas.microsoft.com/office/drawing/2014/main" id="{EC042634-31E0-67B1-1E87-06E4CC5BBB76}"/>
              </a:ext>
            </a:extLst>
          </p:cNvPr>
          <p:cNvSpPr>
            <a:spLocks/>
          </p:cNvSpPr>
          <p:nvPr/>
        </p:nvSpPr>
        <p:spPr>
          <a:xfrm>
            <a:off x="8651516" y="4573310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円/楕円 29">
            <a:extLst>
              <a:ext uri="{FF2B5EF4-FFF2-40B4-BE49-F238E27FC236}">
                <a16:creationId xmlns:a16="http://schemas.microsoft.com/office/drawing/2014/main" id="{6A1CF638-88D3-8E3F-9312-3771EACD5942}"/>
              </a:ext>
            </a:extLst>
          </p:cNvPr>
          <p:cNvSpPr>
            <a:spLocks/>
          </p:cNvSpPr>
          <p:nvPr/>
        </p:nvSpPr>
        <p:spPr>
          <a:xfrm>
            <a:off x="2035813" y="1638810"/>
            <a:ext cx="99399" cy="10584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右矢印 12">
            <a:extLst>
              <a:ext uri="{FF2B5EF4-FFF2-40B4-BE49-F238E27FC236}">
                <a16:creationId xmlns:a16="http://schemas.microsoft.com/office/drawing/2014/main" id="{44EDE69A-B433-E913-7547-DC41710099EB}"/>
              </a:ext>
            </a:extLst>
          </p:cNvPr>
          <p:cNvSpPr>
            <a:spLocks/>
          </p:cNvSpPr>
          <p:nvPr/>
        </p:nvSpPr>
        <p:spPr>
          <a:xfrm rot="16200000">
            <a:off x="2013725" y="1934119"/>
            <a:ext cx="129771" cy="8559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FA5047B-6D7E-39CD-AFC0-EE99BE0A5BFD}"/>
              </a:ext>
            </a:extLst>
          </p:cNvPr>
          <p:cNvSpPr txBox="1"/>
          <p:nvPr/>
        </p:nvSpPr>
        <p:spPr>
          <a:xfrm>
            <a:off x="2135212" y="1560926"/>
            <a:ext cx="15103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LUT for Train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41FFA09-A06D-D3AC-955C-58B4DA73990E}"/>
              </a:ext>
            </a:extLst>
          </p:cNvPr>
          <p:cNvSpPr txBox="1"/>
          <p:nvPr/>
        </p:nvSpPr>
        <p:spPr>
          <a:xfrm>
            <a:off x="2121408" y="1866094"/>
            <a:ext cx="3339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selected candidate based on hybrid strategy</a:t>
            </a:r>
          </a:p>
        </p:txBody>
      </p:sp>
    </p:spTree>
    <p:extLst>
      <p:ext uri="{BB962C8B-B14F-4D97-AF65-F5344CB8AC3E}">
        <p14:creationId xmlns:p14="http://schemas.microsoft.com/office/powerpoint/2010/main" val="2582088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4805</TotalTime>
  <Words>879</Words>
  <Application>Microsoft Office PowerPoint</Application>
  <PresentationFormat>Widescreen</PresentationFormat>
  <Paragraphs>388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ADIB K.M SHAHRIAR ALAM</dc:creator>
  <cp:lastModifiedBy>ADIB K.M SHAHRIAR ALAM</cp:lastModifiedBy>
  <cp:revision>1</cp:revision>
  <cp:lastPrinted>2026-08-19T12:21:06Z</cp:lastPrinted>
  <dcterms:created xsi:type="dcterms:W3CDTF">2026-08-12T06:00:59Z</dcterms:created>
  <dcterms:modified xsi:type="dcterms:W3CDTF">2026-08-21T09:29:57Z</dcterms:modified>
</cp:coreProperties>
</file>